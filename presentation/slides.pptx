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2" r:id="rId5"/>
    <p:sldId id="268" r:id="rId6"/>
    <p:sldId id="260" r:id="rId7"/>
    <p:sldId id="261" r:id="rId8"/>
    <p:sldId id="262" r:id="rId9"/>
    <p:sldId id="263" r:id="rId10"/>
    <p:sldId id="269" r:id="rId11"/>
    <p:sldId id="270" r:id="rId12"/>
    <p:sldId id="265" r:id="rId13"/>
    <p:sldId id="271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6328B-362D-43C4-889E-E905282B6E38}" v="56" dt="2026-09-23T15:28:31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현 김" userId="9c8999709b14204d" providerId="LiveId" clId="{288E13C7-38EB-4CE1-8BB6-FA9C9A8FC174}"/>
    <pc:docChg chg="undo custSel delSld modSld sldOrd">
      <pc:chgData name="정현 김" userId="9c8999709b14204d" providerId="LiveId" clId="{288E13C7-38EB-4CE1-8BB6-FA9C9A8FC174}" dt="2026-09-23T15:39:03.670" v="2844" actId="1076"/>
      <pc:docMkLst>
        <pc:docMk/>
      </pc:docMkLst>
      <pc:sldChg chg="modSp mod">
        <pc:chgData name="정현 김" userId="9c8999709b14204d" providerId="LiveId" clId="{288E13C7-38EB-4CE1-8BB6-FA9C9A8FC174}" dt="2026-09-14T04:12:16.619" v="3" actId="113"/>
        <pc:sldMkLst>
          <pc:docMk/>
          <pc:sldMk cId="0" sldId="256"/>
        </pc:sldMkLst>
        <pc:spChg chg="mod">
          <ac:chgData name="정현 김" userId="9c8999709b14204d" providerId="LiveId" clId="{288E13C7-38EB-4CE1-8BB6-FA9C9A8FC174}" dt="2026-09-14T04:12:09.440" v="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4T04:12:16.619" v="3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4T04:12:04.369" v="1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modSp mod">
        <pc:chgData name="정현 김" userId="9c8999709b14204d" providerId="LiveId" clId="{288E13C7-38EB-4CE1-8BB6-FA9C9A8FC174}" dt="2026-09-19T07:23:24.347" v="2644" actId="1076"/>
        <pc:sldMkLst>
          <pc:docMk/>
          <pc:sldMk cId="0" sldId="257"/>
        </pc:sldMkLst>
        <pc:spChg chg="mod">
          <ac:chgData name="정현 김" userId="9c8999709b14204d" providerId="LiveId" clId="{288E13C7-38EB-4CE1-8BB6-FA9C9A8FC174}" dt="2026-09-19T07:20:49.222" v="2628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1:30.940" v="2631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2:55.526" v="264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2:55.526" v="2642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1:38.368" v="263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1:51.629" v="2635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3:24.347" v="2644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3:21.439" v="2643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4T09:38:10.244" v="709" actId="16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정현 김" userId="9c8999709b14204d" providerId="LiveId" clId="{288E13C7-38EB-4CE1-8BB6-FA9C9A8FC174}" dt="2026-09-16T15:43:09.020" v="1455" actId="20577"/>
          <ac:spMkLst>
            <pc:docMk/>
            <pc:sldMk cId="0" sldId="257"/>
            <ac:spMk id="13" creationId="{00000000-0000-0000-0000-000000000000}"/>
          </ac:spMkLst>
        </pc:spChg>
        <pc:grpChg chg="add mod">
          <ac:chgData name="정현 김" userId="9c8999709b14204d" providerId="LiveId" clId="{288E13C7-38EB-4CE1-8BB6-FA9C9A8FC174}" dt="2026-09-14T09:38:13.146" v="710" actId="1076"/>
          <ac:grpSpMkLst>
            <pc:docMk/>
            <pc:sldMk cId="0" sldId="257"/>
            <ac:grpSpMk id="14" creationId="{FE4A55D1-4138-191E-F02D-3ACDEEF0E2AC}"/>
          </ac:grpSpMkLst>
        </pc:grpChg>
      </pc:sldChg>
      <pc:sldChg chg="modSp mod">
        <pc:chgData name="정현 김" userId="9c8999709b14204d" providerId="LiveId" clId="{288E13C7-38EB-4CE1-8BB6-FA9C9A8FC174}" dt="2026-09-16T15:43:13.150" v="1456" actId="20577"/>
        <pc:sldMkLst>
          <pc:docMk/>
          <pc:sldMk cId="0" sldId="258"/>
        </pc:sldMkLst>
        <pc:spChg chg="mod">
          <ac:chgData name="정현 김" userId="9c8999709b14204d" providerId="LiveId" clId="{288E13C7-38EB-4CE1-8BB6-FA9C9A8FC174}" dt="2026-09-14T05:13:33.882" v="24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4T05:15:26.688" v="62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4T05:13:33.882" v="2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4T05:13:33.882" v="2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4T05:13:33.882" v="24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4T05:13:41.467" v="26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6T15:43:13.150" v="1456" actId="20577"/>
          <ac:spMkLst>
            <pc:docMk/>
            <pc:sldMk cId="0" sldId="258"/>
            <ac:spMk id="10" creationId="{00000000-0000-0000-0000-000000000000}"/>
          </ac:spMkLst>
        </pc:spChg>
      </pc:sldChg>
      <pc:sldChg chg="addSp modSp mod">
        <pc:chgData name="정현 김" userId="9c8999709b14204d" providerId="LiveId" clId="{288E13C7-38EB-4CE1-8BB6-FA9C9A8FC174}" dt="2026-09-23T15:38:02.925" v="2837" actId="1076"/>
        <pc:sldMkLst>
          <pc:docMk/>
          <pc:sldMk cId="0" sldId="260"/>
        </pc:sldMkLst>
        <pc:spChg chg="mod">
          <ac:chgData name="정현 김" userId="9c8999709b14204d" providerId="LiveId" clId="{288E13C7-38EB-4CE1-8BB6-FA9C9A8FC174}" dt="2026-09-14T11:55:31.867" v="808" actId="113"/>
          <ac:spMkLst>
            <pc:docMk/>
            <pc:sldMk cId="0" sldId="260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4T07:22:23.125" v="58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4T07:26:38.503" v="636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4T07:23:47.734" v="602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4T07:23:59.507" v="606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4T07:24:04.818" v="60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정현 김" userId="9c8999709b14204d" providerId="LiveId" clId="{288E13C7-38EB-4CE1-8BB6-FA9C9A8FC174}" dt="2026-09-16T12:47:22.088" v="1453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정현 김" userId="9c8999709b14204d" providerId="LiveId" clId="{288E13C7-38EB-4CE1-8BB6-FA9C9A8FC174}" dt="2026-09-16T15:43:24.112" v="1459" actId="20577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정현 김" userId="9c8999709b14204d" providerId="LiveId" clId="{288E13C7-38EB-4CE1-8BB6-FA9C9A8FC174}" dt="2026-09-23T15:38:02.925" v="2837" actId="1076"/>
          <ac:spMkLst>
            <pc:docMk/>
            <pc:sldMk cId="0" sldId="260"/>
            <ac:spMk id="15" creationId="{3F227591-CD88-85D3-E2B4-D6D4C83BA485}"/>
          </ac:spMkLst>
        </pc:spChg>
        <pc:graphicFrameChg chg="mod modGraphic">
          <ac:chgData name="정현 김" userId="9c8999709b14204d" providerId="LiveId" clId="{288E13C7-38EB-4CE1-8BB6-FA9C9A8FC174}" dt="2026-09-14T07:26:49.358" v="640" actId="242"/>
          <ac:graphicFrameMkLst>
            <pc:docMk/>
            <pc:sldMk cId="0" sldId="260"/>
            <ac:graphicFrameMk id="5" creationId="{00000000-0000-0000-0000-000000000000}"/>
          </ac:graphicFrameMkLst>
        </pc:graphicFrameChg>
        <pc:graphicFrameChg chg="mod modGraphic">
          <ac:chgData name="정현 김" userId="9c8999709b14204d" providerId="LiveId" clId="{288E13C7-38EB-4CE1-8BB6-FA9C9A8FC174}" dt="2026-09-14T07:26:45.540" v="638" actId="242"/>
          <ac:graphicFrameMkLst>
            <pc:docMk/>
            <pc:sldMk cId="0" sldId="260"/>
            <ac:graphicFrameMk id="7" creationId="{00000000-0000-0000-0000-000000000000}"/>
          </ac:graphicFrameMkLst>
        </pc:graphicFrameChg>
        <pc:graphicFrameChg chg="mod modGraphic">
          <ac:chgData name="정현 김" userId="9c8999709b14204d" providerId="LiveId" clId="{288E13C7-38EB-4CE1-8BB6-FA9C9A8FC174}" dt="2026-09-14T07:28:26.389" v="641" actId="207"/>
          <ac:graphicFrameMkLst>
            <pc:docMk/>
            <pc:sldMk cId="0" sldId="260"/>
            <ac:graphicFrameMk id="9" creationId="{00000000-0000-0000-0000-000000000000}"/>
          </ac:graphicFrameMkLst>
        </pc:graphicFrameChg>
      </pc:sldChg>
      <pc:sldChg chg="addSp delSp modSp mod">
        <pc:chgData name="정현 김" userId="9c8999709b14204d" providerId="LiveId" clId="{288E13C7-38EB-4CE1-8BB6-FA9C9A8FC174}" dt="2026-09-19T14:11:16.906" v="2731" actId="1076"/>
        <pc:sldMkLst>
          <pc:docMk/>
          <pc:sldMk cId="0" sldId="261"/>
        </pc:sldMkLst>
        <pc:spChg chg="mod">
          <ac:chgData name="정현 김" userId="9c8999709b14204d" providerId="LiveId" clId="{288E13C7-38EB-4CE1-8BB6-FA9C9A8FC174}" dt="2026-09-15T03:07:55.617" v="996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9T13:08:25.371" v="2721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1:16.906" v="2731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1:16.906" v="2731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1:16.906" v="2731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9T13:09:06.578" v="2730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6T15:43:28.284" v="1460" actId="20577"/>
          <ac:spMkLst>
            <pc:docMk/>
            <pc:sldMk cId="0" sldId="261"/>
            <ac:spMk id="11" creationId="{00000000-0000-0000-0000-000000000000}"/>
          </ac:spMkLst>
        </pc:spChg>
        <pc:picChg chg="add mod ord">
          <ac:chgData name="정현 김" userId="9c8999709b14204d" providerId="LiveId" clId="{288E13C7-38EB-4CE1-8BB6-FA9C9A8FC174}" dt="2026-09-19T13:08:48.216" v="2726" actId="1076"/>
          <ac:picMkLst>
            <pc:docMk/>
            <pc:sldMk cId="0" sldId="261"/>
            <ac:picMk id="13" creationId="{D1D55011-3777-7048-ED54-C4628E9C83E8}"/>
          </ac:picMkLst>
        </pc:picChg>
      </pc:sldChg>
      <pc:sldChg chg="addSp delSp modSp mod">
        <pc:chgData name="정현 김" userId="9c8999709b14204d" providerId="LiveId" clId="{288E13C7-38EB-4CE1-8BB6-FA9C9A8FC174}" dt="2026-09-23T15:39:03.670" v="2844" actId="1076"/>
        <pc:sldMkLst>
          <pc:docMk/>
          <pc:sldMk cId="0" sldId="262"/>
        </pc:sldMkLst>
        <pc:spChg chg="mod">
          <ac:chgData name="정현 김" userId="9c8999709b14204d" providerId="LiveId" clId="{288E13C7-38EB-4CE1-8BB6-FA9C9A8FC174}" dt="2026-09-14T12:13:13.333" v="827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23T15:38:24.790" v="2841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4T12:11:08.264" v="81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2:06.612" v="2738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1:57.952" v="2736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1:57.952" v="273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정현 김" userId="9c8999709b14204d" providerId="LiveId" clId="{288E13C7-38EB-4CE1-8BB6-FA9C9A8FC174}" dt="2026-09-16T12:47:10.846" v="1449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6T15:43:31.934" v="1461" actId="20577"/>
          <ac:spMkLst>
            <pc:docMk/>
            <pc:sldMk cId="0" sldId="262"/>
            <ac:spMk id="12" creationId="{00000000-0000-0000-0000-000000000000}"/>
          </ac:spMkLst>
        </pc:spChg>
        <pc:spChg chg="add del mod">
          <ac:chgData name="정현 김" userId="9c8999709b14204d" providerId="LiveId" clId="{288E13C7-38EB-4CE1-8BB6-FA9C9A8FC174}" dt="2026-09-23T15:38:21.053" v="2839" actId="478"/>
          <ac:spMkLst>
            <pc:docMk/>
            <pc:sldMk cId="0" sldId="262"/>
            <ac:spMk id="15" creationId="{5CBE6A83-D00C-034D-8897-ABE67C32DEEA}"/>
          </ac:spMkLst>
        </pc:spChg>
        <pc:spChg chg="add mod">
          <ac:chgData name="정현 김" userId="9c8999709b14204d" providerId="LiveId" clId="{288E13C7-38EB-4CE1-8BB6-FA9C9A8FC174}" dt="2026-09-23T15:39:03.670" v="2844" actId="1076"/>
          <ac:spMkLst>
            <pc:docMk/>
            <pc:sldMk cId="0" sldId="262"/>
            <ac:spMk id="17" creationId="{37A23205-095F-0578-75A1-B56FE13006A1}"/>
          </ac:spMkLst>
        </pc:spChg>
        <pc:grpChg chg="add mod">
          <ac:chgData name="정현 김" userId="9c8999709b14204d" providerId="LiveId" clId="{288E13C7-38EB-4CE1-8BB6-FA9C9A8FC174}" dt="2026-09-19T14:11:57.952" v="2736" actId="1076"/>
          <ac:grpSpMkLst>
            <pc:docMk/>
            <pc:sldMk cId="0" sldId="262"/>
            <ac:grpSpMk id="13" creationId="{28F6035A-789D-1F2E-48EB-25DA290FABDE}"/>
          </ac:grpSpMkLst>
        </pc:grpChg>
        <pc:graphicFrameChg chg="mod modGraphic">
          <ac:chgData name="정현 김" userId="9c8999709b14204d" providerId="LiveId" clId="{288E13C7-38EB-4CE1-8BB6-FA9C9A8FC174}" dt="2026-09-14T12:13:13.333" v="827" actId="1076"/>
          <ac:graphicFrameMkLst>
            <pc:docMk/>
            <pc:sldMk cId="0" sldId="262"/>
            <ac:graphicFrameMk id="3" creationId="{00000000-0000-0000-0000-000000000000}"/>
          </ac:graphicFrameMkLst>
        </pc:graphicFrameChg>
      </pc:sldChg>
      <pc:sldChg chg="addSp delSp modSp mod">
        <pc:chgData name="정현 김" userId="9c8999709b14204d" providerId="LiveId" clId="{288E13C7-38EB-4CE1-8BB6-FA9C9A8FC174}" dt="2026-09-16T15:43:35.239" v="1462" actId="20577"/>
        <pc:sldMkLst>
          <pc:docMk/>
          <pc:sldMk cId="0" sldId="263"/>
        </pc:sldMkLst>
        <pc:spChg chg="mod">
          <ac:chgData name="정현 김" userId="9c8999709b14204d" providerId="LiveId" clId="{288E13C7-38EB-4CE1-8BB6-FA9C9A8FC174}" dt="2026-09-14T12:55:20.277" v="847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2.450" v="848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4T14:00:13.626" v="930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9" creationId="{00000000-0000-0000-0000-000000000000}"/>
          </ac:spMkLst>
        </pc:spChg>
        <pc:spChg chg="mod">
          <ac:chgData name="정현 김" userId="9c8999709b14204d" providerId="LiveId" clId="{288E13C7-38EB-4CE1-8BB6-FA9C9A8FC174}" dt="2026-09-14T14:00:16.101" v="935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정현 김" userId="9c8999709b14204d" providerId="LiveId" clId="{288E13C7-38EB-4CE1-8BB6-FA9C9A8FC174}" dt="2026-09-14T14:00:18.924" v="940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27.128" v="849" actId="16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정현 김" userId="9c8999709b14204d" providerId="LiveId" clId="{288E13C7-38EB-4CE1-8BB6-FA9C9A8FC174}" dt="2026-09-16T15:43:35.239" v="1462" actId="205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39.519" v="852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42.934" v="853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정현 김" userId="9c8999709b14204d" providerId="LiveId" clId="{288E13C7-38EB-4CE1-8BB6-FA9C9A8FC174}" dt="2026-09-14T12:55:46.116" v="854" actId="1076"/>
          <ac:spMkLst>
            <pc:docMk/>
            <pc:sldMk cId="0" sldId="263"/>
            <ac:spMk id="21" creationId="{00000000-0000-0000-0000-000000000000}"/>
          </ac:spMkLst>
        </pc:spChg>
        <pc:grpChg chg="mod">
          <ac:chgData name="정현 김" userId="9c8999709b14204d" providerId="LiveId" clId="{288E13C7-38EB-4CE1-8BB6-FA9C9A8FC174}" dt="2026-09-14T12:55:35.868" v="851" actId="1076"/>
          <ac:grpSpMkLst>
            <pc:docMk/>
            <pc:sldMk cId="0" sldId="263"/>
            <ac:grpSpMk id="4" creationId="{CCA4C1CA-49D9-1492-413A-0AC2915DB8CE}"/>
          </ac:grpSpMkLst>
        </pc:grpChg>
      </pc:sldChg>
      <pc:sldChg chg="addSp delSp modSp mod ord">
        <pc:chgData name="정현 김" userId="9c8999709b14204d" providerId="LiveId" clId="{288E13C7-38EB-4CE1-8BB6-FA9C9A8FC174}" dt="2026-09-17T04:21:45.272" v="1908" actId="255"/>
        <pc:sldMkLst>
          <pc:docMk/>
          <pc:sldMk cId="0" sldId="265"/>
        </pc:sldMkLst>
        <pc:spChg chg="mod">
          <ac:chgData name="정현 김" userId="9c8999709b14204d" providerId="LiveId" clId="{288E13C7-38EB-4CE1-8BB6-FA9C9A8FC174}" dt="2026-09-16T16:17:55.211" v="1532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7T04:21:45.272" v="1908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6T16:11:27.938" v="1479" actId="164"/>
          <ac:spMkLst>
            <pc:docMk/>
            <pc:sldMk cId="0" sldId="265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6T16:15:26.725" v="1512" actId="2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정현 김" userId="9c8999709b14204d" providerId="LiveId" clId="{288E13C7-38EB-4CE1-8BB6-FA9C9A8FC174}" dt="2026-09-16T16:15:22.507" v="1511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6T16:15:32.620" v="1514" actId="11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정현 김" userId="9c8999709b14204d" providerId="LiveId" clId="{288E13C7-38EB-4CE1-8BB6-FA9C9A8FC174}" dt="2026-09-16T16:16:05.073" v="1518" actId="1076"/>
          <ac:spMkLst>
            <pc:docMk/>
            <pc:sldMk cId="0" sldId="265"/>
            <ac:spMk id="12" creationId="{00000000-0000-0000-0000-000000000000}"/>
          </ac:spMkLst>
        </pc:spChg>
        <pc:spChg chg="add mod">
          <ac:chgData name="정현 김" userId="9c8999709b14204d" providerId="LiveId" clId="{288E13C7-38EB-4CE1-8BB6-FA9C9A8FC174}" dt="2026-09-16T16:14:57.641" v="1507" actId="1076"/>
          <ac:spMkLst>
            <pc:docMk/>
            <pc:sldMk cId="0" sldId="265"/>
            <ac:spMk id="22" creationId="{D3C9B76E-B810-88BF-AC41-4A31B3EEB560}"/>
          </ac:spMkLst>
        </pc:spChg>
        <pc:spChg chg="add">
          <ac:chgData name="정현 김" userId="9c8999709b14204d" providerId="LiveId" clId="{288E13C7-38EB-4CE1-8BB6-FA9C9A8FC174}" dt="2026-09-16T16:20:34.288" v="1540" actId="22"/>
          <ac:spMkLst>
            <pc:docMk/>
            <pc:sldMk cId="0" sldId="265"/>
            <ac:spMk id="24" creationId="{E037BFCF-E1D0-7FDC-BE89-52FE79EB7E45}"/>
          </ac:spMkLst>
        </pc:spChg>
        <pc:spChg chg="add mod">
          <ac:chgData name="정현 김" userId="9c8999709b14204d" providerId="LiveId" clId="{288E13C7-38EB-4CE1-8BB6-FA9C9A8FC174}" dt="2026-09-16T16:20:41.856" v="1542" actId="20577"/>
          <ac:spMkLst>
            <pc:docMk/>
            <pc:sldMk cId="0" sldId="265"/>
            <ac:spMk id="26" creationId="{B7742EF9-BAE1-6692-6EE1-F923826405E3}"/>
          </ac:spMkLst>
        </pc:spChg>
        <pc:spChg chg="add mod">
          <ac:chgData name="정현 김" userId="9c8999709b14204d" providerId="LiveId" clId="{288E13C7-38EB-4CE1-8BB6-FA9C9A8FC174}" dt="2026-09-17T02:52:09.630" v="1796" actId="1076"/>
          <ac:spMkLst>
            <pc:docMk/>
            <pc:sldMk cId="0" sldId="265"/>
            <ac:spMk id="28" creationId="{29545E74-D38D-9F9F-3A09-51D751002CA5}"/>
          </ac:spMkLst>
        </pc:spChg>
        <pc:spChg chg="add mod">
          <ac:chgData name="정현 김" userId="9c8999709b14204d" providerId="LiveId" clId="{288E13C7-38EB-4CE1-8BB6-FA9C9A8FC174}" dt="2026-09-17T03:47:25.887" v="1821" actId="14100"/>
          <ac:spMkLst>
            <pc:docMk/>
            <pc:sldMk cId="0" sldId="265"/>
            <ac:spMk id="30" creationId="{3C244461-1B7B-9289-A36A-8903B0F9E9D9}"/>
          </ac:spMkLst>
        </pc:spChg>
        <pc:grpChg chg="add mod">
          <ac:chgData name="정현 김" userId="9c8999709b14204d" providerId="LiveId" clId="{288E13C7-38EB-4CE1-8BB6-FA9C9A8FC174}" dt="2026-09-16T16:12:02.108" v="1488" actId="1076"/>
          <ac:grpSpMkLst>
            <pc:docMk/>
            <pc:sldMk cId="0" sldId="265"/>
            <ac:grpSpMk id="18" creationId="{7FFB6BB8-996E-6B85-1E7F-9544A64EEDE4}"/>
          </ac:grpSpMkLst>
        </pc:grpChg>
        <pc:graphicFrameChg chg="mod modGraphic">
          <ac:chgData name="정현 김" userId="9c8999709b14204d" providerId="LiveId" clId="{288E13C7-38EB-4CE1-8BB6-FA9C9A8FC174}" dt="2026-09-17T02:52:09.630" v="1796" actId="1076"/>
          <ac:graphicFrameMkLst>
            <pc:docMk/>
            <pc:sldMk cId="0" sldId="265"/>
            <ac:graphicFrameMk id="13" creationId="{00000000-0000-0000-0000-000000000000}"/>
          </ac:graphicFrameMkLst>
        </pc:graphicFrameChg>
        <pc:picChg chg="mod">
          <ac:chgData name="정현 김" userId="9c8999709b14204d" providerId="LiveId" clId="{288E13C7-38EB-4CE1-8BB6-FA9C9A8FC174}" dt="2026-09-16T16:11:27.938" v="1479" actId="164"/>
          <ac:picMkLst>
            <pc:docMk/>
            <pc:sldMk cId="0" sldId="265"/>
            <ac:picMk id="4" creationId="{00000000-0000-0000-0000-000000000000}"/>
          </ac:picMkLst>
        </pc:picChg>
        <pc:picChg chg="mod">
          <ac:chgData name="정현 김" userId="9c8999709b14204d" providerId="LiveId" clId="{288E13C7-38EB-4CE1-8BB6-FA9C9A8FC174}" dt="2026-09-16T16:12:03.970" v="1489" actId="1076"/>
          <ac:picMkLst>
            <pc:docMk/>
            <pc:sldMk cId="0" sldId="265"/>
            <ac:picMk id="6" creationId="{00000000-0000-0000-0000-000000000000}"/>
          </ac:picMkLst>
        </pc:picChg>
        <pc:picChg chg="mod">
          <ac:chgData name="정현 김" userId="9c8999709b14204d" providerId="LiveId" clId="{288E13C7-38EB-4CE1-8BB6-FA9C9A8FC174}" dt="2026-09-16T16:12:09.122" v="1490" actId="1076"/>
          <ac:picMkLst>
            <pc:docMk/>
            <pc:sldMk cId="0" sldId="265"/>
            <ac:picMk id="7" creationId="{00000000-0000-0000-0000-000000000000}"/>
          </ac:picMkLst>
        </pc:picChg>
        <pc:picChg chg="mod">
          <ac:chgData name="정현 김" userId="9c8999709b14204d" providerId="LiveId" clId="{288E13C7-38EB-4CE1-8BB6-FA9C9A8FC174}" dt="2026-09-16T16:15:46.781" v="1515" actId="1076"/>
          <ac:picMkLst>
            <pc:docMk/>
            <pc:sldMk cId="0" sldId="265"/>
            <ac:picMk id="8" creationId="{00000000-0000-0000-0000-000000000000}"/>
          </ac:picMkLst>
        </pc:picChg>
        <pc:cxnChg chg="add mod">
          <ac:chgData name="정현 김" userId="9c8999709b14204d" providerId="LiveId" clId="{288E13C7-38EB-4CE1-8BB6-FA9C9A8FC174}" dt="2026-09-16T16:13:01.827" v="1495" actId="208"/>
          <ac:cxnSpMkLst>
            <pc:docMk/>
            <pc:sldMk cId="0" sldId="265"/>
            <ac:cxnSpMk id="20" creationId="{746A2E27-2BF6-EBD5-52E5-FF8A5164831E}"/>
          </ac:cxnSpMkLst>
        </pc:cxnChg>
      </pc:sldChg>
      <pc:sldChg chg="addSp delSp modSp mod">
        <pc:chgData name="정현 김" userId="9c8999709b14204d" providerId="LiveId" clId="{288E13C7-38EB-4CE1-8BB6-FA9C9A8FC174}" dt="2026-09-21T09:51:18.115" v="2818" actId="255"/>
        <pc:sldMkLst>
          <pc:docMk/>
          <pc:sldMk cId="0" sldId="267"/>
        </pc:sldMkLst>
        <pc:spChg chg="mod">
          <ac:chgData name="정현 김" userId="9c8999709b14204d" providerId="LiveId" clId="{288E13C7-38EB-4CE1-8BB6-FA9C9A8FC174}" dt="2026-09-17T04:53:45.309" v="1983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7T04:53:45.309" v="1983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7T04:53:45.309" v="1983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정현 김" userId="9c8999709b14204d" providerId="LiveId" clId="{288E13C7-38EB-4CE1-8BB6-FA9C9A8FC174}" dt="2026-09-17T04:53:45.309" v="1983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7T04:53:45.309" v="1983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7T04:53:45.309" v="1983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8:14.746" v="2698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8:28.562" v="2699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8:35.569" v="2700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정현 김" userId="9c8999709b14204d" providerId="LiveId" clId="{288E13C7-38EB-4CE1-8BB6-FA9C9A8FC174}" dt="2026-09-21T09:51:18.115" v="2818" actId="255"/>
          <ac:spMkLst>
            <pc:docMk/>
            <pc:sldMk cId="0" sldId="267"/>
            <ac:spMk id="12" creationId="{00000000-0000-0000-0000-000000000000}"/>
          </ac:spMkLst>
        </pc:spChg>
        <pc:spChg chg="add">
          <ac:chgData name="정현 김" userId="9c8999709b14204d" providerId="LiveId" clId="{288E13C7-38EB-4CE1-8BB6-FA9C9A8FC174}" dt="2026-09-17T04:50:10" v="1934" actId="22"/>
          <ac:spMkLst>
            <pc:docMk/>
            <pc:sldMk cId="0" sldId="267"/>
            <ac:spMk id="15" creationId="{17F98BB5-7B7B-3677-9772-73A1DFD29C02}"/>
          </ac:spMkLst>
        </pc:spChg>
        <pc:spChg chg="add mod">
          <ac:chgData name="정현 김" userId="9c8999709b14204d" providerId="LiveId" clId="{288E13C7-38EB-4CE1-8BB6-FA9C9A8FC174}" dt="2026-09-17T04:50:20.579" v="1937" actId="20577"/>
          <ac:spMkLst>
            <pc:docMk/>
            <pc:sldMk cId="0" sldId="267"/>
            <ac:spMk id="17" creationId="{802B3283-B1ED-9049-A566-145031D4E145}"/>
          </ac:spMkLst>
        </pc:spChg>
        <pc:spChg chg="add mod">
          <ac:chgData name="정현 김" userId="9c8999709b14204d" providerId="LiveId" clId="{288E13C7-38EB-4CE1-8BB6-FA9C9A8FC174}" dt="2026-09-17T04:51:42.673" v="1969" actId="20577"/>
          <ac:spMkLst>
            <pc:docMk/>
            <pc:sldMk cId="0" sldId="267"/>
            <ac:spMk id="23" creationId="{1F3B1F28-4FD7-9574-F264-F3B5D61D487B}"/>
          </ac:spMkLst>
        </pc:spChg>
      </pc:sldChg>
      <pc:sldChg chg="addSp delSp modSp mod modNotes">
        <pc:chgData name="정현 김" userId="9c8999709b14204d" providerId="LiveId" clId="{288E13C7-38EB-4CE1-8BB6-FA9C9A8FC174}" dt="2026-09-19T14:12:45.007" v="2746" actId="255"/>
        <pc:sldMkLst>
          <pc:docMk/>
          <pc:sldMk cId="0" sldId="268"/>
        </pc:sldMkLst>
        <pc:spChg chg="mod">
          <ac:chgData name="정현 김" userId="9c8999709b14204d" providerId="LiveId" clId="{288E13C7-38EB-4CE1-8BB6-FA9C9A8FC174}" dt="2026-09-16T07:22:24.155" v="1166" actId="255"/>
          <ac:spMkLst>
            <pc:docMk/>
            <pc:sldMk cId="0" sldId="268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2:40.723" v="2745" actId="255"/>
          <ac:spMkLst>
            <pc:docMk/>
            <pc:sldMk cId="0" sldId="268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2:34.450" v="2744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2:45.007" v="2746" actId="255"/>
          <ac:spMkLst>
            <pc:docMk/>
            <pc:sldMk cId="0" sldId="268"/>
            <ac:spMk id="8" creationId="{00000000-0000-0000-0000-000000000000}"/>
          </ac:spMkLst>
        </pc:spChg>
        <pc:spChg chg="add mod">
          <ac:chgData name="정현 김" userId="9c8999709b14204d" providerId="LiveId" clId="{288E13C7-38EB-4CE1-8BB6-FA9C9A8FC174}" dt="2026-09-16T07:21:53.653" v="1165" actId="1076"/>
          <ac:spMkLst>
            <pc:docMk/>
            <pc:sldMk cId="0" sldId="268"/>
            <ac:spMk id="12" creationId="{FACA6B5C-7607-4735-B4B4-152151C5D6F5}"/>
          </ac:spMkLst>
        </pc:spChg>
        <pc:spChg chg="add mod">
          <ac:chgData name="정현 김" userId="9c8999709b14204d" providerId="LiveId" clId="{288E13C7-38EB-4CE1-8BB6-FA9C9A8FC174}" dt="2026-09-16T07:21:37.245" v="1164" actId="113"/>
          <ac:spMkLst>
            <pc:docMk/>
            <pc:sldMk cId="0" sldId="268"/>
            <ac:spMk id="13" creationId="{1590493A-6931-DB8A-1373-86E1E67FE303}"/>
          </ac:spMkLst>
        </pc:spChg>
        <pc:spChg chg="add mod">
          <ac:chgData name="정현 김" userId="9c8999709b14204d" providerId="LiveId" clId="{288E13C7-38EB-4CE1-8BB6-FA9C9A8FC174}" dt="2026-09-16T15:43:20.755" v="1458" actId="20577"/>
          <ac:spMkLst>
            <pc:docMk/>
            <pc:sldMk cId="0" sldId="268"/>
            <ac:spMk id="15" creationId="{0B122ED2-7F46-4182-0D9C-144E6B9F6A27}"/>
          </ac:spMkLst>
        </pc:spChg>
        <pc:spChg chg="add">
          <ac:chgData name="정현 김" userId="9c8999709b14204d" providerId="LiveId" clId="{288E13C7-38EB-4CE1-8BB6-FA9C9A8FC174}" dt="2026-09-16T07:35:58.617" v="1177" actId="22"/>
          <ac:spMkLst>
            <pc:docMk/>
            <pc:sldMk cId="0" sldId="268"/>
            <ac:spMk id="17" creationId="{CF29B857-3AB8-2572-C13E-7B80F69B2755}"/>
          </ac:spMkLst>
        </pc:spChg>
        <pc:graphicFrameChg chg="mod modGraphic">
          <ac:chgData name="정현 김" userId="9c8999709b14204d" providerId="LiveId" clId="{288E13C7-38EB-4CE1-8BB6-FA9C9A8FC174}" dt="2026-09-16T07:19:42.732" v="1096" actId="1076"/>
          <ac:graphicFrameMkLst>
            <pc:docMk/>
            <pc:sldMk cId="0" sldId="268"/>
            <ac:graphicFrameMk id="9" creationId="{00000000-0000-0000-0000-000000000000}"/>
          </ac:graphicFrameMkLst>
        </pc:graphicFrameChg>
        <pc:picChg chg="mod">
          <ac:chgData name="정현 김" userId="9c8999709b14204d" providerId="LiveId" clId="{288E13C7-38EB-4CE1-8BB6-FA9C9A8FC174}" dt="2026-09-16T12:46:13.813" v="1447" actId="1076"/>
          <ac:picMkLst>
            <pc:docMk/>
            <pc:sldMk cId="0" sldId="268"/>
            <ac:picMk id="5" creationId="{00000000-0000-0000-0000-000000000000}"/>
          </ac:picMkLst>
        </pc:picChg>
      </pc:sldChg>
      <pc:sldChg chg="addSp delSp modSp mod ord">
        <pc:chgData name="정현 김" userId="9c8999709b14204d" providerId="LiveId" clId="{288E13C7-38EB-4CE1-8BB6-FA9C9A8FC174}" dt="2026-09-19T14:14:00.309" v="2761" actId="255"/>
        <pc:sldMkLst>
          <pc:docMk/>
          <pc:sldMk cId="0" sldId="269"/>
        </pc:sldMkLst>
        <pc:spChg chg="mod">
          <ac:chgData name="정현 김" userId="9c8999709b14204d" providerId="LiveId" clId="{288E13C7-38EB-4CE1-8BB6-FA9C9A8FC174}" dt="2026-09-16T11:28:57.642" v="1232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05.867" v="2748" actId="255"/>
          <ac:spMkLst>
            <pc:docMk/>
            <pc:sldMk cId="0" sldId="269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01.106" v="2747" actId="255"/>
          <ac:spMkLst>
            <pc:docMk/>
            <pc:sldMk cId="0" sldId="269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09.137" v="2749" actId="255"/>
          <ac:spMkLst>
            <pc:docMk/>
            <pc:sldMk cId="0" sldId="269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12.086" v="2750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24.372" v="2751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30.202" v="2752" actId="25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35.704" v="2753" actId="25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41.366" v="2754" actId="255"/>
          <ac:spMkLst>
            <pc:docMk/>
            <pc:sldMk cId="0" sldId="269"/>
            <ac:spMk id="20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3:50.065" v="2757" actId="1076"/>
          <ac:spMkLst>
            <pc:docMk/>
            <pc:sldMk cId="0" sldId="269"/>
            <ac:spMk id="22" creationId="{00000000-0000-0000-0000-000000000000}"/>
          </ac:spMkLst>
        </pc:spChg>
        <pc:spChg chg="add">
          <ac:chgData name="정현 김" userId="9c8999709b14204d" providerId="LiveId" clId="{288E13C7-38EB-4CE1-8BB6-FA9C9A8FC174}" dt="2026-09-16T11:34:11.968" v="1235" actId="22"/>
          <ac:spMkLst>
            <pc:docMk/>
            <pc:sldMk cId="0" sldId="269"/>
            <ac:spMk id="25" creationId="{3D30B878-C21E-0657-C305-8760A4FA7D76}"/>
          </ac:spMkLst>
        </pc:spChg>
        <pc:spChg chg="mod">
          <ac:chgData name="정현 김" userId="9c8999709b14204d" providerId="LiveId" clId="{288E13C7-38EB-4CE1-8BB6-FA9C9A8FC174}" dt="2026-09-19T14:14:00.309" v="2761" actId="255"/>
          <ac:spMkLst>
            <pc:docMk/>
            <pc:sldMk cId="0" sldId="269"/>
            <ac:spMk id="26" creationId="{00000000-0000-0000-0000-000000000000}"/>
          </ac:spMkLst>
        </pc:spChg>
        <pc:spChg chg="add mod">
          <ac:chgData name="정현 김" userId="9c8999709b14204d" providerId="LiveId" clId="{288E13C7-38EB-4CE1-8BB6-FA9C9A8FC174}" dt="2026-09-16T15:43:38.994" v="1463" actId="20577"/>
          <ac:spMkLst>
            <pc:docMk/>
            <pc:sldMk cId="0" sldId="269"/>
            <ac:spMk id="31" creationId="{EB205645-9BBC-8451-4CD4-E00C4CA4CC2C}"/>
          </ac:spMkLst>
        </pc:spChg>
        <pc:cxnChg chg="mod">
          <ac:chgData name="정현 김" userId="9c8999709b14204d" providerId="LiveId" clId="{288E13C7-38EB-4CE1-8BB6-FA9C9A8FC174}" dt="2026-09-16T10:30:39.003" v="1190" actId="14100"/>
          <ac:cxnSpMkLst>
            <pc:docMk/>
            <pc:sldMk cId="0" sldId="269"/>
            <ac:cxnSpMk id="5" creationId="{00000000-0000-0000-0000-000000000000}"/>
          </ac:cxnSpMkLst>
        </pc:cxnChg>
        <pc:cxnChg chg="mod">
          <ac:chgData name="정현 김" userId="9c8999709b14204d" providerId="LiveId" clId="{288E13C7-38EB-4CE1-8BB6-FA9C9A8FC174}" dt="2026-09-16T10:31:48.214" v="1199" actId="14100"/>
          <ac:cxnSpMkLst>
            <pc:docMk/>
            <pc:sldMk cId="0" sldId="269"/>
            <ac:cxnSpMk id="9" creationId="{00000000-0000-0000-0000-000000000000}"/>
          </ac:cxnSpMkLst>
        </pc:cxnChg>
        <pc:cxnChg chg="mod">
          <ac:chgData name="정현 김" userId="9c8999709b14204d" providerId="LiveId" clId="{288E13C7-38EB-4CE1-8BB6-FA9C9A8FC174}" dt="2026-09-16T10:31:50.441" v="1200" actId="1076"/>
          <ac:cxnSpMkLst>
            <pc:docMk/>
            <pc:sldMk cId="0" sldId="269"/>
            <ac:cxnSpMk id="11" creationId="{00000000-0000-0000-0000-000000000000}"/>
          </ac:cxnSpMkLst>
        </pc:cxnChg>
        <pc:cxnChg chg="mod">
          <ac:chgData name="정현 김" userId="9c8999709b14204d" providerId="LiveId" clId="{288E13C7-38EB-4CE1-8BB6-FA9C9A8FC174}" dt="2026-09-16T13:11:20.908" v="1454" actId="1076"/>
          <ac:cxnSpMkLst>
            <pc:docMk/>
            <pc:sldMk cId="0" sldId="269"/>
            <ac:cxnSpMk id="19" creationId="{00000000-0000-0000-0000-000000000000}"/>
          </ac:cxnSpMkLst>
        </pc:cxnChg>
        <pc:cxnChg chg="mod">
          <ac:chgData name="정현 김" userId="9c8999709b14204d" providerId="LiveId" clId="{288E13C7-38EB-4CE1-8BB6-FA9C9A8FC174}" dt="2026-09-16T10:30:58.688" v="1196" actId="1076"/>
          <ac:cxnSpMkLst>
            <pc:docMk/>
            <pc:sldMk cId="0" sldId="269"/>
            <ac:cxnSpMk id="21" creationId="{00000000-0000-0000-0000-000000000000}"/>
          </ac:cxnSpMkLst>
        </pc:cxnChg>
        <pc:cxnChg chg="mod">
          <ac:chgData name="정현 김" userId="9c8999709b14204d" providerId="LiveId" clId="{288E13C7-38EB-4CE1-8BB6-FA9C9A8FC174}" dt="2026-09-16T15:44:39.331" v="1468" actId="208"/>
          <ac:cxnSpMkLst>
            <pc:docMk/>
            <pc:sldMk cId="0" sldId="269"/>
            <ac:cxnSpMk id="23" creationId="{00000000-0000-0000-0000-000000000000}"/>
          </ac:cxnSpMkLst>
        </pc:cxnChg>
      </pc:sldChg>
      <pc:sldChg chg="addSp delSp modSp mod modNotes modNotesTx">
        <pc:chgData name="정현 김" userId="9c8999709b14204d" providerId="LiveId" clId="{288E13C7-38EB-4CE1-8BB6-FA9C9A8FC174}" dt="2026-09-16T15:45:24.850" v="1474" actId="2085"/>
        <pc:sldMkLst>
          <pc:docMk/>
          <pc:sldMk cId="0" sldId="270"/>
        </pc:sldMkLst>
        <pc:spChg chg="mod">
          <ac:chgData name="정현 김" userId="9c8999709b14204d" providerId="LiveId" clId="{288E13C7-38EB-4CE1-8BB6-FA9C9A8FC174}" dt="2026-09-16T12:06:43.669" v="1351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6T12:14:24.773" v="1383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6T12:14:22.171" v="1382" actId="1076"/>
          <ac:spMkLst>
            <pc:docMk/>
            <pc:sldMk cId="0" sldId="270"/>
            <ac:spMk id="4" creationId="{00000000-0000-0000-0000-000000000000}"/>
          </ac:spMkLst>
        </pc:spChg>
        <pc:spChg chg="add">
          <ac:chgData name="정현 김" userId="9c8999709b14204d" providerId="LiveId" clId="{288E13C7-38EB-4CE1-8BB6-FA9C9A8FC174}" dt="2026-09-16T12:12:18.268" v="1360" actId="22"/>
          <ac:spMkLst>
            <pc:docMk/>
            <pc:sldMk cId="0" sldId="270"/>
            <ac:spMk id="10" creationId="{63127771-3DFE-06DB-6B92-3DEBD42B723E}"/>
          </ac:spMkLst>
        </pc:spChg>
        <pc:spChg chg="add mod">
          <ac:chgData name="정현 김" userId="9c8999709b14204d" providerId="LiveId" clId="{288E13C7-38EB-4CE1-8BB6-FA9C9A8FC174}" dt="2026-09-16T15:43:41.971" v="1464" actId="20577"/>
          <ac:spMkLst>
            <pc:docMk/>
            <pc:sldMk cId="0" sldId="270"/>
            <ac:spMk id="12" creationId="{B41B99AE-15C9-930F-2AEE-2AB0B8147B88}"/>
          </ac:spMkLst>
        </pc:spChg>
        <pc:spChg chg="add mod">
          <ac:chgData name="정현 김" userId="9c8999709b14204d" providerId="LiveId" clId="{288E13C7-38EB-4CE1-8BB6-FA9C9A8FC174}" dt="2026-09-16T15:45:24.850" v="1474" actId="2085"/>
          <ac:spMkLst>
            <pc:docMk/>
            <pc:sldMk cId="0" sldId="270"/>
            <ac:spMk id="14" creationId="{1D398AF9-6764-F58B-5796-D61F702875B1}"/>
          </ac:spMkLst>
        </pc:spChg>
        <pc:spChg chg="add mod">
          <ac:chgData name="정현 김" userId="9c8999709b14204d" providerId="LiveId" clId="{288E13C7-38EB-4CE1-8BB6-FA9C9A8FC174}" dt="2026-09-16T12:14:22.171" v="1382" actId="1076"/>
          <ac:spMkLst>
            <pc:docMk/>
            <pc:sldMk cId="0" sldId="270"/>
            <ac:spMk id="15" creationId="{C848EB96-EDC0-4461-044D-2CF9FF4F67B0}"/>
          </ac:spMkLst>
        </pc:spChg>
        <pc:spChg chg="add mod">
          <ac:chgData name="정현 김" userId="9c8999709b14204d" providerId="LiveId" clId="{288E13C7-38EB-4CE1-8BB6-FA9C9A8FC174}" dt="2026-09-16T12:15:07.026" v="1436" actId="20577"/>
          <ac:spMkLst>
            <pc:docMk/>
            <pc:sldMk cId="0" sldId="270"/>
            <ac:spMk id="17" creationId="{0FF541CC-0DCF-2B83-D9D6-AEFD61B008CC}"/>
          </ac:spMkLst>
        </pc:spChg>
        <pc:picChg chg="mod">
          <ac:chgData name="정현 김" userId="9c8999709b14204d" providerId="LiveId" clId="{288E13C7-38EB-4CE1-8BB6-FA9C9A8FC174}" dt="2026-09-16T12:14:22.171" v="1382" actId="1076"/>
          <ac:picMkLst>
            <pc:docMk/>
            <pc:sldMk cId="0" sldId="270"/>
            <ac:picMk id="5" creationId="{00000000-0000-0000-0000-000000000000}"/>
          </ac:picMkLst>
        </pc:picChg>
        <pc:picChg chg="mod">
          <ac:chgData name="정현 김" userId="9c8999709b14204d" providerId="LiveId" clId="{288E13C7-38EB-4CE1-8BB6-FA9C9A8FC174}" dt="2026-09-16T12:14:22.171" v="1382" actId="1076"/>
          <ac:picMkLst>
            <pc:docMk/>
            <pc:sldMk cId="0" sldId="270"/>
            <ac:picMk id="6" creationId="{00000000-0000-0000-0000-000000000000}"/>
          </ac:picMkLst>
        </pc:picChg>
      </pc:sldChg>
      <pc:sldChg chg="addSp delSp modSp del mod ord modNotes">
        <pc:chgData name="정현 김" userId="9c8999709b14204d" providerId="LiveId" clId="{288E13C7-38EB-4CE1-8BB6-FA9C9A8FC174}" dt="2026-09-17T04:36:07.553" v="1923" actId="1076"/>
        <pc:sldMkLst>
          <pc:docMk/>
          <pc:sldMk cId="0" sldId="271"/>
        </pc:sldMkLst>
        <pc:spChg chg="mod">
          <ac:chgData name="정현 김" userId="9c8999709b14204d" providerId="LiveId" clId="{288E13C7-38EB-4CE1-8BB6-FA9C9A8FC174}" dt="2026-09-17T04:26:58.654" v="1921" actId="255"/>
          <ac:spMkLst>
            <pc:docMk/>
            <pc:sldMk cId="0" sldId="271"/>
            <ac:spMk id="2" creationId="{00000000-0000-0000-0000-000000000000}"/>
          </ac:spMkLst>
        </pc:spChg>
        <pc:spChg chg="mod">
          <ac:chgData name="정현 김" userId="9c8999709b14204d" providerId="LiveId" clId="{288E13C7-38EB-4CE1-8BB6-FA9C9A8FC174}" dt="2026-09-17T04:26:31.032" v="1920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7T04:26:27.925" v="1919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정현 김" userId="9c8999709b14204d" providerId="LiveId" clId="{288E13C7-38EB-4CE1-8BB6-FA9C9A8FC174}" dt="2026-09-17T04:26:27.925" v="1919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정현 김" userId="9c8999709b14204d" providerId="LiveId" clId="{288E13C7-38EB-4CE1-8BB6-FA9C9A8FC174}" dt="2026-09-17T04:26:27.925" v="1919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7T04:36:07.553" v="1923" actId="1076"/>
          <ac:spMkLst>
            <pc:docMk/>
            <pc:sldMk cId="0" sldId="271"/>
            <ac:spMk id="10" creationId="{00000000-0000-0000-0000-000000000000}"/>
          </ac:spMkLst>
        </pc:spChg>
        <pc:spChg chg="add">
          <ac:chgData name="정현 김" userId="9c8999709b14204d" providerId="LiveId" clId="{288E13C7-38EB-4CE1-8BB6-FA9C9A8FC174}" dt="2026-09-17T04:25:30.939" v="1909" actId="22"/>
          <ac:spMkLst>
            <pc:docMk/>
            <pc:sldMk cId="0" sldId="271"/>
            <ac:spMk id="14" creationId="{A8E5D711-3903-9D6E-4972-76595FF9D52D}"/>
          </ac:spMkLst>
        </pc:spChg>
        <pc:spChg chg="add mod">
          <ac:chgData name="정현 김" userId="9c8999709b14204d" providerId="LiveId" clId="{288E13C7-38EB-4CE1-8BB6-FA9C9A8FC174}" dt="2026-09-17T04:25:35.717" v="1911" actId="20577"/>
          <ac:spMkLst>
            <pc:docMk/>
            <pc:sldMk cId="0" sldId="271"/>
            <ac:spMk id="16" creationId="{1A9A4786-EFA3-0E13-D991-61EF498341F5}"/>
          </ac:spMkLst>
        </pc:spChg>
        <pc:graphicFrameChg chg="mod modGraphic">
          <ac:chgData name="정현 김" userId="9c8999709b14204d" providerId="LiveId" clId="{288E13C7-38EB-4CE1-8BB6-FA9C9A8FC174}" dt="2026-09-17T04:26:27.925" v="1919" actId="1076"/>
          <ac:graphicFrameMkLst>
            <pc:docMk/>
            <pc:sldMk cId="0" sldId="271"/>
            <ac:graphicFrameMk id="5" creationId="{00000000-0000-0000-0000-000000000000}"/>
          </ac:graphicFrameMkLst>
        </pc:graphicFrameChg>
        <pc:picChg chg="mod">
          <ac:chgData name="정현 김" userId="9c8999709b14204d" providerId="LiveId" clId="{288E13C7-38EB-4CE1-8BB6-FA9C9A8FC174}" dt="2026-09-17T04:26:27.925" v="1919" actId="1076"/>
          <ac:picMkLst>
            <pc:docMk/>
            <pc:sldMk cId="0" sldId="271"/>
            <ac:picMk id="8" creationId="{00000000-0000-0000-0000-000000000000}"/>
          </ac:picMkLst>
        </pc:picChg>
      </pc:sldChg>
      <pc:sldChg chg="addSp delSp modSp mod">
        <pc:chgData name="정현 김" userId="9c8999709b14204d" providerId="LiveId" clId="{288E13C7-38EB-4CE1-8BB6-FA9C9A8FC174}" dt="2026-09-19T14:33:53.037" v="2789" actId="1076"/>
        <pc:sldMkLst>
          <pc:docMk/>
          <pc:sldMk cId="0" sldId="272"/>
        </pc:sldMkLst>
        <pc:spChg chg="mod">
          <ac:chgData name="정현 김" userId="9c8999709b14204d" providerId="LiveId" clId="{288E13C7-38EB-4CE1-8BB6-FA9C9A8FC174}" dt="2026-09-19T14:31:52.161" v="2770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정현 김" userId="9c8999709b14204d" providerId="LiveId" clId="{288E13C7-38EB-4CE1-8BB6-FA9C9A8FC174}" dt="2026-09-18T14:27:59.496" v="2288" actId="1076"/>
          <ac:spMkLst>
            <pc:docMk/>
            <pc:sldMk cId="0" sldId="272"/>
            <ac:spMk id="5" creationId="{00000000-0000-0000-0000-000000000000}"/>
          </ac:spMkLst>
        </pc:spChg>
        <pc:spChg chg="add del mod">
          <ac:chgData name="정현 김" userId="9c8999709b14204d" providerId="LiveId" clId="{288E13C7-38EB-4CE1-8BB6-FA9C9A8FC174}" dt="2026-09-19T07:15:06.252" v="2607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7:40.247" v="2765" actId="255"/>
          <ac:spMkLst>
            <pc:docMk/>
            <pc:sldMk cId="0" sldId="272"/>
            <ac:spMk id="8" creationId="{00000000-0000-0000-0000-000000000000}"/>
          </ac:spMkLst>
        </pc:spChg>
        <pc:spChg chg="mod">
          <ac:chgData name="정현 김" userId="9c8999709b14204d" providerId="LiveId" clId="{288E13C7-38EB-4CE1-8BB6-FA9C9A8FC174}" dt="2026-09-19T07:15:56.982" v="2617" actId="20577"/>
          <ac:spMkLst>
            <pc:docMk/>
            <pc:sldMk cId="0" sldId="272"/>
            <ac:spMk id="9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7:45.505" v="2766" actId="255"/>
          <ac:spMkLst>
            <pc:docMk/>
            <pc:sldMk cId="0" sldId="272"/>
            <ac:spMk id="10" creationId="{00000000-0000-0000-0000-000000000000}"/>
          </ac:spMkLst>
        </pc:spChg>
        <pc:spChg chg="mod">
          <ac:chgData name="정현 김" userId="9c8999709b14204d" providerId="LiveId" clId="{288E13C7-38EB-4CE1-8BB6-FA9C9A8FC174}" dt="2026-09-19T07:15:50.633" v="2613" actId="5793"/>
          <ac:spMkLst>
            <pc:docMk/>
            <pc:sldMk cId="0" sldId="272"/>
            <ac:spMk id="11" creationId="{00000000-0000-0000-0000-000000000000}"/>
          </ac:spMkLst>
        </pc:spChg>
        <pc:spChg chg="mod">
          <ac:chgData name="정현 김" userId="9c8999709b14204d" providerId="LiveId" clId="{288E13C7-38EB-4CE1-8BB6-FA9C9A8FC174}" dt="2026-09-19T14:17:31.399" v="2764" actId="403"/>
          <ac:spMkLst>
            <pc:docMk/>
            <pc:sldMk cId="0" sldId="272"/>
            <ac:spMk id="12" creationId="{00000000-0000-0000-0000-000000000000}"/>
          </ac:spMkLst>
        </pc:spChg>
        <pc:spChg chg="add mod ord">
          <ac:chgData name="정현 김" userId="9c8999709b14204d" providerId="LiveId" clId="{288E13C7-38EB-4CE1-8BB6-FA9C9A8FC174}" dt="2026-09-19T07:10:33.166" v="2517" actId="1076"/>
          <ac:spMkLst>
            <pc:docMk/>
            <pc:sldMk cId="0" sldId="272"/>
            <ac:spMk id="16" creationId="{4842E08B-60B1-CFEA-1740-42BD26B9F506}"/>
          </ac:spMkLst>
        </pc:spChg>
        <pc:spChg chg="mod">
          <ac:chgData name="정현 김" userId="9c8999709b14204d" providerId="LiveId" clId="{288E13C7-38EB-4CE1-8BB6-FA9C9A8FC174}" dt="2026-09-18T14:30:12.601" v="2327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정현 김" userId="9c8999709b14204d" providerId="LiveId" clId="{288E13C7-38EB-4CE1-8BB6-FA9C9A8FC174}" dt="2026-09-18T14:39:18.603" v="2416" actId="113"/>
          <ac:spMkLst>
            <pc:docMk/>
            <pc:sldMk cId="0" sldId="272"/>
            <ac:spMk id="19" creationId="{00000000-0000-0000-0000-000000000000}"/>
          </ac:spMkLst>
        </pc:spChg>
        <pc:spChg chg="mod">
          <ac:chgData name="정현 김" userId="9c8999709b14204d" providerId="LiveId" clId="{288E13C7-38EB-4CE1-8BB6-FA9C9A8FC174}" dt="2026-09-19T06:47:14.649" v="2463" actId="107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정현 김" userId="9c8999709b14204d" providerId="LiveId" clId="{288E13C7-38EB-4CE1-8BB6-FA9C9A8FC174}" dt="2026-09-18T17:25:34.028" v="2462" actId="20577"/>
          <ac:spMkLst>
            <pc:docMk/>
            <pc:sldMk cId="0" sldId="272"/>
            <ac:spMk id="22" creationId="{00000000-0000-0000-0000-000000000000}"/>
          </ac:spMkLst>
        </pc:spChg>
        <pc:spChg chg="add mod">
          <ac:chgData name="정현 김" userId="9c8999709b14204d" providerId="LiveId" clId="{288E13C7-38EB-4CE1-8BB6-FA9C9A8FC174}" dt="2026-09-19T07:14:42.017" v="2604" actId="1076"/>
          <ac:spMkLst>
            <pc:docMk/>
            <pc:sldMk cId="0" sldId="272"/>
            <ac:spMk id="23" creationId="{E355E6F8-D49E-5AE9-ADC3-E488C26B23A7}"/>
          </ac:spMkLst>
        </pc:spChg>
        <pc:spChg chg="mod">
          <ac:chgData name="정현 김" userId="9c8999709b14204d" providerId="LiveId" clId="{288E13C7-38EB-4CE1-8BB6-FA9C9A8FC174}" dt="2026-09-19T14:33:53.037" v="2789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정현 김" userId="9c8999709b14204d" providerId="LiveId" clId="{288E13C7-38EB-4CE1-8BB6-FA9C9A8FC174}" dt="2026-09-19T13:07:20.257" v="2707" actId="1076"/>
          <ac:spMkLst>
            <pc:docMk/>
            <pc:sldMk cId="0" sldId="272"/>
            <ac:spMk id="27" creationId="{00000000-0000-0000-0000-000000000000}"/>
          </ac:spMkLst>
        </pc:spChg>
        <pc:spChg chg="add">
          <ac:chgData name="정현 김" userId="9c8999709b14204d" providerId="LiveId" clId="{288E13C7-38EB-4CE1-8BB6-FA9C9A8FC174}" dt="2026-09-19T07:23:54.628" v="2647" actId="22"/>
          <ac:spMkLst>
            <pc:docMk/>
            <pc:sldMk cId="0" sldId="272"/>
            <ac:spMk id="28" creationId="{9EA1ED88-922D-F53B-179C-F847B61BC299}"/>
          </ac:spMkLst>
        </pc:spChg>
        <pc:spChg chg="mod">
          <ac:chgData name="정현 김" userId="9c8999709b14204d" providerId="LiveId" clId="{288E13C7-38EB-4CE1-8BB6-FA9C9A8FC174}" dt="2026-09-19T13:07:33.101" v="2711" actId="1076"/>
          <ac:spMkLst>
            <pc:docMk/>
            <pc:sldMk cId="0" sldId="272"/>
            <ac:spMk id="29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4:24.590" v="2649" actId="107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정현 김" userId="9c8999709b14204d" providerId="LiveId" clId="{288E13C7-38EB-4CE1-8BB6-FA9C9A8FC174}" dt="2026-09-19T13:07:38.973" v="2712" actId="255"/>
          <ac:spMkLst>
            <pc:docMk/>
            <pc:sldMk cId="0" sldId="272"/>
            <ac:spMk id="32" creationId="{00000000-0000-0000-0000-000000000000}"/>
          </ac:spMkLst>
        </pc:spChg>
        <pc:spChg chg="mod">
          <ac:chgData name="정현 김" userId="9c8999709b14204d" providerId="LiveId" clId="{288E13C7-38EB-4CE1-8BB6-FA9C9A8FC174}" dt="2026-09-19T07:24:24.590" v="2649" actId="1076"/>
          <ac:spMkLst>
            <pc:docMk/>
            <pc:sldMk cId="0" sldId="272"/>
            <ac:spMk id="33" creationId="{00000000-0000-0000-0000-000000000000}"/>
          </ac:spMkLst>
        </pc:spChg>
        <pc:spChg chg="add mod">
          <ac:chgData name="정현 김" userId="9c8999709b14204d" providerId="LiveId" clId="{288E13C7-38EB-4CE1-8BB6-FA9C9A8FC174}" dt="2026-09-19T13:07:52.448" v="2718" actId="1076"/>
          <ac:spMkLst>
            <pc:docMk/>
            <pc:sldMk cId="0" sldId="272"/>
            <ac:spMk id="34" creationId="{EC5120F2-055F-B076-65AA-670A062DA030}"/>
          </ac:spMkLst>
        </pc:spChg>
        <pc:spChg chg="mod">
          <ac:chgData name="정현 김" userId="9c8999709b14204d" providerId="LiveId" clId="{288E13C7-38EB-4CE1-8BB6-FA9C9A8FC174}" dt="2026-09-19T13:07:59.445" v="2719" actId="1076"/>
          <ac:spMkLst>
            <pc:docMk/>
            <pc:sldMk cId="0" sldId="272"/>
            <ac:spMk id="35" creationId="{00000000-0000-0000-0000-000000000000}"/>
          </ac:spMkLst>
        </pc:spChg>
        <pc:spChg chg="add mod">
          <ac:chgData name="정현 김" userId="9c8999709b14204d" providerId="LiveId" clId="{288E13C7-38EB-4CE1-8BB6-FA9C9A8FC174}" dt="2026-09-19T14:16:42.951" v="2762" actId="113"/>
          <ac:spMkLst>
            <pc:docMk/>
            <pc:sldMk cId="0" sldId="272"/>
            <ac:spMk id="67" creationId="{37476373-750F-12B5-9AFF-ABF57CAB05B7}"/>
          </ac:spMkLst>
        </pc:spChg>
        <pc:spChg chg="add mod">
          <ac:chgData name="정현 김" userId="9c8999709b14204d" providerId="LiveId" clId="{288E13C7-38EB-4CE1-8BB6-FA9C9A8FC174}" dt="2026-09-19T07:11:29.599" v="2518" actId="1076"/>
          <ac:spMkLst>
            <pc:docMk/>
            <pc:sldMk cId="0" sldId="272"/>
            <ac:spMk id="69" creationId="{A79BEF74-40F1-EE39-9115-179A7100A153}"/>
          </ac:spMkLst>
        </pc:spChg>
        <pc:spChg chg="add mod">
          <ac:chgData name="정현 김" userId="9c8999709b14204d" providerId="LiveId" clId="{288E13C7-38EB-4CE1-8BB6-FA9C9A8FC174}" dt="2026-09-19T07:11:29.599" v="2518" actId="1076"/>
          <ac:spMkLst>
            <pc:docMk/>
            <pc:sldMk cId="0" sldId="272"/>
            <ac:spMk id="70" creationId="{62337DC0-F558-32A8-1BBB-6442C8CDCF1F}"/>
          </ac:spMkLst>
        </pc:spChg>
        <pc:spChg chg="add mod ord">
          <ac:chgData name="정현 김" userId="9c8999709b14204d" providerId="LiveId" clId="{288E13C7-38EB-4CE1-8BB6-FA9C9A8FC174}" dt="2026-09-19T07:11:29.599" v="2518" actId="1076"/>
          <ac:spMkLst>
            <pc:docMk/>
            <pc:sldMk cId="0" sldId="272"/>
            <ac:spMk id="72" creationId="{58FFD4A2-A9E8-7FBE-C506-0B86E251F513}"/>
          </ac:spMkLst>
        </pc:spChg>
        <pc:spChg chg="add mod ord">
          <ac:chgData name="정현 김" userId="9c8999709b14204d" providerId="LiveId" clId="{288E13C7-38EB-4CE1-8BB6-FA9C9A8FC174}" dt="2026-09-19T07:08:32.155" v="2507" actId="14100"/>
          <ac:spMkLst>
            <pc:docMk/>
            <pc:sldMk cId="0" sldId="272"/>
            <ac:spMk id="73" creationId="{3220EF85-94BE-6B3C-128D-5C243D090F1E}"/>
          </ac:spMkLst>
        </pc:spChg>
        <pc:spChg chg="add mod">
          <ac:chgData name="정현 김" userId="9c8999709b14204d" providerId="LiveId" clId="{288E13C7-38EB-4CE1-8BB6-FA9C9A8FC174}" dt="2026-09-18T14:29:52.711" v="2325" actId="1076"/>
          <ac:spMkLst>
            <pc:docMk/>
            <pc:sldMk cId="0" sldId="272"/>
            <ac:spMk id="75" creationId="{BC512504-8669-3FB9-1CFF-701A8F9F41C9}"/>
          </ac:spMkLst>
        </pc:spChg>
        <pc:spChg chg="add mod">
          <ac:chgData name="정현 김" userId="9c8999709b14204d" providerId="LiveId" clId="{288E13C7-38EB-4CE1-8BB6-FA9C9A8FC174}" dt="2026-09-19T07:11:29.599" v="2518" actId="1076"/>
          <ac:spMkLst>
            <pc:docMk/>
            <pc:sldMk cId="0" sldId="272"/>
            <ac:spMk id="76" creationId="{CE1FB1DB-D251-F7BC-8E0B-1F38BC4C6C9A}"/>
          </ac:spMkLst>
        </pc:spChg>
        <pc:spChg chg="add mod ord">
          <ac:chgData name="정현 김" userId="9c8999709b14204d" providerId="LiveId" clId="{288E13C7-38EB-4CE1-8BB6-FA9C9A8FC174}" dt="2026-09-18T14:27:59.496" v="2288" actId="1076"/>
          <ac:spMkLst>
            <pc:docMk/>
            <pc:sldMk cId="0" sldId="272"/>
            <ac:spMk id="77" creationId="{A5323751-2481-7C84-4515-EDF4617F2AEF}"/>
          </ac:spMkLst>
        </pc:spChg>
        <pc:spChg chg="add mod">
          <ac:chgData name="정현 김" userId="9c8999709b14204d" providerId="LiveId" clId="{288E13C7-38EB-4CE1-8BB6-FA9C9A8FC174}" dt="2026-09-19T07:11:29.599" v="2518" actId="1076"/>
          <ac:spMkLst>
            <pc:docMk/>
            <pc:sldMk cId="0" sldId="272"/>
            <ac:spMk id="78" creationId="{97D42317-3716-C0E6-3E4A-3873D32317E6}"/>
          </ac:spMkLst>
        </pc:spChg>
        <pc:spChg chg="add">
          <ac:chgData name="정현 김" userId="9c8999709b14204d" providerId="LiveId" clId="{288E13C7-38EB-4CE1-8BB6-FA9C9A8FC174}" dt="2026-09-18T14:27:43.136" v="2287" actId="22"/>
          <ac:spMkLst>
            <pc:docMk/>
            <pc:sldMk cId="0" sldId="272"/>
            <ac:spMk id="80" creationId="{FD377192-14D9-BD9F-64C9-658DC376741B}"/>
          </ac:spMkLst>
        </pc:spChg>
        <pc:picChg chg="add mod">
          <ac:chgData name="정현 김" userId="9c8999709b14204d" providerId="LiveId" clId="{288E13C7-38EB-4CE1-8BB6-FA9C9A8FC174}" dt="2026-09-19T07:06:42.827" v="2493" actId="1076"/>
          <ac:picMkLst>
            <pc:docMk/>
            <pc:sldMk cId="0" sldId="272"/>
            <ac:picMk id="4" creationId="{8A497BF5-AD8F-8970-6194-4C2F6AC14432}"/>
          </ac:picMkLst>
        </pc:picChg>
        <pc:picChg chg="add mod">
          <ac:chgData name="정현 김" userId="9c8999709b14204d" providerId="LiveId" clId="{288E13C7-38EB-4CE1-8BB6-FA9C9A8FC174}" dt="2026-09-19T07:06:56.781" v="2495" actId="1076"/>
          <ac:picMkLst>
            <pc:docMk/>
            <pc:sldMk cId="0" sldId="272"/>
            <ac:picMk id="14" creationId="{05709FB6-7B64-D826-9B2E-B2036FBAF3A7}"/>
          </ac:picMkLst>
        </pc:picChg>
        <pc:picChg chg="add del mod topLvl modCrop">
          <ac:chgData name="정현 김" userId="9c8999709b14204d" providerId="LiveId" clId="{288E13C7-38EB-4CE1-8BB6-FA9C9A8FC174}" dt="2026-09-18T14:20:03.325" v="2152" actId="1076"/>
          <ac:picMkLst>
            <pc:docMk/>
            <pc:sldMk cId="0" sldId="272"/>
            <ac:picMk id="18" creationId="{ACA28588-3A65-83CE-530D-CF3EA3B88E3A}"/>
          </ac:picMkLst>
        </pc:picChg>
        <pc:picChg chg="mod">
          <ac:chgData name="정현 김" userId="9c8999709b14204d" providerId="LiveId" clId="{288E13C7-38EB-4CE1-8BB6-FA9C9A8FC174}" dt="2026-09-19T07:24:24.590" v="2649" actId="1076"/>
          <ac:picMkLst>
            <pc:docMk/>
            <pc:sldMk cId="0" sldId="272"/>
            <ac:picMk id="42" creationId="{00000000-0000-0000-0000-000000000000}"/>
          </ac:picMkLst>
        </pc:picChg>
        <pc:picChg chg="mod ord">
          <ac:chgData name="정현 김" userId="9c8999709b14204d" providerId="LiveId" clId="{288E13C7-38EB-4CE1-8BB6-FA9C9A8FC174}" dt="2026-09-18T14:26:23.742" v="2267" actId="1076"/>
          <ac:picMkLst>
            <pc:docMk/>
            <pc:sldMk cId="0" sldId="272"/>
            <ac:picMk id="43" creationId="{00000000-0000-0000-0000-000000000000}"/>
          </ac:picMkLst>
        </pc:picChg>
        <pc:picChg chg="mod">
          <ac:chgData name="정현 김" userId="9c8999709b14204d" providerId="LiveId" clId="{288E13C7-38EB-4CE1-8BB6-FA9C9A8FC174}" dt="2026-09-19T07:24:24.590" v="2649" actId="1076"/>
          <ac:picMkLst>
            <pc:docMk/>
            <pc:sldMk cId="0" sldId="272"/>
            <ac:picMk id="44" creationId="{00000000-0000-0000-0000-000000000000}"/>
          </ac:picMkLst>
        </pc:picChg>
        <pc:picChg chg="mod">
          <ac:chgData name="정현 김" userId="9c8999709b14204d" providerId="LiveId" clId="{288E13C7-38EB-4CE1-8BB6-FA9C9A8FC174}" dt="2026-09-19T07:24:24.590" v="2649" actId="1076"/>
          <ac:picMkLst>
            <pc:docMk/>
            <pc:sldMk cId="0" sldId="272"/>
            <ac:picMk id="45" creationId="{00000000-0000-0000-0000-000000000000}"/>
          </ac:picMkLst>
        </pc:picChg>
        <pc:picChg chg="add mod">
          <ac:chgData name="정현 김" userId="9c8999709b14204d" providerId="LiveId" clId="{288E13C7-38EB-4CE1-8BB6-FA9C9A8FC174}" dt="2026-09-18T14:25:34.189" v="2251" actId="1076"/>
          <ac:picMkLst>
            <pc:docMk/>
            <pc:sldMk cId="0" sldId="272"/>
            <ac:picMk id="55" creationId="{B4BE5235-A305-E070-BC7E-F8153F057150}"/>
          </ac:picMkLst>
        </pc:picChg>
        <pc:picChg chg="add mod ord">
          <ac:chgData name="정현 김" userId="9c8999709b14204d" providerId="LiveId" clId="{288E13C7-38EB-4CE1-8BB6-FA9C9A8FC174}" dt="2026-09-18T14:20:12.390" v="2158" actId="167"/>
          <ac:picMkLst>
            <pc:docMk/>
            <pc:sldMk cId="0" sldId="272"/>
            <ac:picMk id="63" creationId="{7E7BE355-8DB1-CE9D-4D1F-775E96EA3451}"/>
          </ac:picMkLst>
        </pc:picChg>
        <pc:picChg chg="add ord">
          <ac:chgData name="정현 김" userId="9c8999709b14204d" providerId="LiveId" clId="{288E13C7-38EB-4CE1-8BB6-FA9C9A8FC174}" dt="2026-09-18T14:20:19.456" v="2160" actId="167"/>
          <ac:picMkLst>
            <pc:docMk/>
            <pc:sldMk cId="0" sldId="272"/>
            <ac:picMk id="65" creationId="{ED764147-A6FC-1674-787E-BCC43D29C2BC}"/>
          </ac:picMkLst>
        </pc:picChg>
        <pc:cxnChg chg="add mod ord">
          <ac:chgData name="정현 김" userId="9c8999709b14204d" providerId="LiveId" clId="{288E13C7-38EB-4CE1-8BB6-FA9C9A8FC174}" dt="2026-09-19T14:32:26.153" v="2776" actId="14100"/>
          <ac:cxnSpMkLst>
            <pc:docMk/>
            <pc:sldMk cId="0" sldId="272"/>
            <ac:cxnSpMk id="89" creationId="{FBC44631-690C-055A-775A-D6A6CF74840E}"/>
          </ac:cxnSpMkLst>
        </pc:cxnChg>
        <pc:cxnChg chg="add mod">
          <ac:chgData name="정현 김" userId="9c8999709b14204d" providerId="LiveId" clId="{288E13C7-38EB-4CE1-8BB6-FA9C9A8FC174}" dt="2026-09-19T14:32:15.661" v="2774" actId="14100"/>
          <ac:cxnSpMkLst>
            <pc:docMk/>
            <pc:sldMk cId="0" sldId="272"/>
            <ac:cxnSpMk id="91" creationId="{6D9FB4A8-3A4A-B330-8623-AC893193C9AB}"/>
          </ac:cxnSpMkLst>
        </pc:cxnChg>
        <pc:cxnChg chg="add mod ord">
          <ac:chgData name="정현 김" userId="9c8999709b14204d" providerId="LiveId" clId="{288E13C7-38EB-4CE1-8BB6-FA9C9A8FC174}" dt="2026-09-19T14:33:19.983" v="2780" actId="14100"/>
          <ac:cxnSpMkLst>
            <pc:docMk/>
            <pc:sldMk cId="0" sldId="272"/>
            <ac:cxnSpMk id="98" creationId="{0B0421D4-5892-B01D-D97D-7FF8D3EC1A4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26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>
            <a:extLst>
              <a:ext uri="{FF2B5EF4-FFF2-40B4-BE49-F238E27FC236}">
                <a16:creationId xmlns:a16="http://schemas.microsoft.com/office/drawing/2014/main" id="{04D29998-0D6F-C6B7-EFB2-4C66A5A3D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>
            <a:extLst>
              <a:ext uri="{FF2B5EF4-FFF2-40B4-BE49-F238E27FC236}">
                <a16:creationId xmlns:a16="http://schemas.microsoft.com/office/drawing/2014/main" id="{C5D654CC-E2E1-4EB6-C335-C6C56CD9C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>
            <a:extLst>
              <a:ext uri="{FF2B5EF4-FFF2-40B4-BE49-F238E27FC236}">
                <a16:creationId xmlns:a16="http://schemas.microsoft.com/office/drawing/2014/main" id="{FAB0553B-EDC5-5453-7CEA-B33B57C0D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/>
              <a:t>Adversarial Deepfake Generation and</a:t>
            </a:r>
          </a:p>
          <a:p>
            <a:pPr algn="ctr"/>
            <a:r>
              <a:rPr sz="3200" b="1" dirty="0"/>
              <a:t>an Investigation of Purification-Based</a:t>
            </a:r>
          </a:p>
          <a:p>
            <a:pPr algn="ctr"/>
            <a:r>
              <a:rPr sz="3200" b="1" dirty="0"/>
              <a:t>Adversarial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/>
              <a:t>Notebook for the </a:t>
            </a:r>
            <a:r>
              <a:rPr sz="1800" b="0" dirty="0" err="1"/>
              <a:t>ImageCLEF</a:t>
            </a:r>
            <a:r>
              <a:rPr sz="1800" b="0" dirty="0"/>
              <a:t> at </a:t>
            </a:r>
            <a:r>
              <a:rPr sz="1800" b="1" dirty="0"/>
              <a:t>CLEF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/>
              <a:t>Junghyun Kim, Seunghyun Kim, Jiyoung Woo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/>
              <a:t>Soonchunhyang University, South Korea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/>
              <a:t>Team Go To 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/>
              <a:t>ImageCLEF</a:t>
            </a:r>
            <a:r>
              <a:rPr sz="2800" b="1" dirty="0"/>
              <a:t> 2026 Deepfake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440" y="1029705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/>
              <a:t>Two parallel sub-tasks — we participated in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61663"/>
            <a:ext cx="411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/>
              <a:t>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5943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/>
              <a:t>Create 1,002 deepfake images that: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25328"/>
            <a:ext cx="50510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dirty="0"/>
              <a:t>•  match </a:t>
            </a:r>
            <a:r>
              <a:rPr dirty="0" err="1"/>
              <a:t>MediaPipe</a:t>
            </a:r>
            <a:r>
              <a:rPr dirty="0"/>
              <a:t> </a:t>
            </a:r>
            <a:r>
              <a:rPr dirty="0" err="1"/>
              <a:t>FaceMesh</a:t>
            </a:r>
            <a:r>
              <a:rPr lang="en-US" dirty="0"/>
              <a:t> 478</a:t>
            </a:r>
            <a:r>
              <a:rPr dirty="0"/>
              <a:t> landmarks</a:t>
            </a:r>
          </a:p>
          <a:p>
            <a:pPr algn="l">
              <a:spcAft>
                <a:spcPts val="600"/>
              </a:spcAft>
            </a:pPr>
            <a:r>
              <a:rPr dirty="0"/>
              <a:t>•  preserve target identity</a:t>
            </a:r>
          </a:p>
          <a:p>
            <a:pPr algn="l">
              <a:spcAft>
                <a:spcPts val="600"/>
              </a:spcAft>
            </a:pPr>
            <a:r>
              <a:rPr dirty="0"/>
              <a:t>•  evade detectors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800" y="1762550"/>
            <a:ext cx="411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/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0" y="2580165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/>
              <a:t>Classify 24,404 images</a:t>
            </a:r>
          </a:p>
          <a:p>
            <a:pPr algn="ctr"/>
            <a:r>
              <a:rPr sz="1800" b="0" dirty="0"/>
              <a:t>as Real or Fake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E4A55D1-4138-191E-F02D-3ACDEEF0E2AC}"/>
              </a:ext>
            </a:extLst>
          </p:cNvPr>
          <p:cNvGrpSpPr/>
          <p:nvPr/>
        </p:nvGrpSpPr>
        <p:grpSpPr>
          <a:xfrm>
            <a:off x="472440" y="4510676"/>
            <a:ext cx="11247120" cy="1681376"/>
            <a:chOff x="457200" y="4902304"/>
            <a:chExt cx="11247120" cy="1681376"/>
          </a:xfrm>
        </p:grpSpPr>
        <p:sp>
          <p:nvSpPr>
            <p:cNvPr id="9" name="TextBox 8"/>
            <p:cNvSpPr txBox="1"/>
            <p:nvPr/>
          </p:nvSpPr>
          <p:spPr>
            <a:xfrm>
              <a:off x="457200" y="4902304"/>
              <a:ext cx="1124712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0" dirty="0"/>
                <a:t>During Generation</a:t>
              </a:r>
              <a:r>
                <a:rPr lang="en-US" sz="1700" b="0" dirty="0"/>
                <a:t> task</a:t>
              </a:r>
              <a:r>
                <a:rPr sz="1700" b="0" dirty="0"/>
                <a:t>, we observed: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" y="5341198"/>
              <a:ext cx="1124712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700" b="0" dirty="0"/>
                <a:t>cross-detector responses to face cropping</a:t>
              </a:r>
            </a:p>
            <a:p>
              <a:pPr algn="ctr"/>
              <a:r>
                <a:rPr sz="1700" b="0" dirty="0"/>
                <a:t>differed substantially on adversarial images.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" y="6126480"/>
              <a:ext cx="112471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dirty="0"/>
                <a:t>Can these detectors help flag adversarial inputs?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/>
              <a:t>GTG @ ImageCLEF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/>
              <a:t>2 / 1</a:t>
            </a:r>
            <a:r>
              <a:rPr lang="en-US" sz="1000" b="0" dirty="0"/>
              <a:t>4</a:t>
            </a:r>
            <a:endParaRPr sz="10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6362" y="1627517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/>
              <a:t>1. 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3562" y="2267597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/>
              <a:t>Adversarial PGD attack against 12 detectors</a:t>
            </a:r>
            <a:r>
              <a:rPr lang="en-US" sz="1800" b="0" dirty="0"/>
              <a:t>(Effort, </a:t>
            </a:r>
            <a:r>
              <a:rPr lang="en-US" dirty="0" err="1"/>
              <a:t>X</a:t>
            </a:r>
            <a:r>
              <a:rPr lang="en-US" sz="1800" b="0" dirty="0" err="1"/>
              <a:t>ception</a:t>
            </a:r>
            <a:r>
              <a:rPr lang="en-US" dirty="0"/>
              <a:t>, etc.)</a:t>
            </a:r>
            <a:endParaRPr sz="1800" b="0" dirty="0"/>
          </a:p>
        </p:txBody>
      </p:sp>
      <p:sp>
        <p:nvSpPr>
          <p:cNvPr id="5" name="TextBox 4"/>
          <p:cNvSpPr txBox="1"/>
          <p:nvPr/>
        </p:nvSpPr>
        <p:spPr>
          <a:xfrm>
            <a:off x="1446362" y="3090557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/>
              <a:t>2. 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3562" y="373063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/>
              <a:t>Two-detector specialist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6362" y="4553597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/>
              <a:t>3.  Flagging adversarial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3562" y="5193677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V</a:t>
            </a:r>
            <a:r>
              <a:rPr sz="1800" b="0" dirty="0"/>
              <a:t>ia input-space purification  (further experiments)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/>
              <a:t>GTG @ ImageCLEF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/>
              <a:t>3 / 1</a:t>
            </a:r>
            <a:r>
              <a:rPr lang="en-US" sz="1000" b="0" dirty="0"/>
              <a:t>4</a:t>
            </a:r>
            <a:endParaRPr sz="1000" b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4842E08B-60B1-CFEA-1740-42BD26B9F506}"/>
              </a:ext>
            </a:extLst>
          </p:cNvPr>
          <p:cNvSpPr/>
          <p:nvPr/>
        </p:nvSpPr>
        <p:spPr>
          <a:xfrm rot="16200000">
            <a:off x="3412235" y="4593897"/>
            <a:ext cx="151298" cy="42900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B0421D4-5892-B01D-D97D-7FF8D3EC1A48}"/>
              </a:ext>
            </a:extLst>
          </p:cNvPr>
          <p:cNvCxnSpPr>
            <a:cxnSpLocks/>
          </p:cNvCxnSpPr>
          <p:nvPr/>
        </p:nvCxnSpPr>
        <p:spPr>
          <a:xfrm flipH="1">
            <a:off x="2506140" y="1186012"/>
            <a:ext cx="187810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FBC44631-690C-055A-775A-D6A6CF74840E}"/>
              </a:ext>
            </a:extLst>
          </p:cNvPr>
          <p:cNvCxnSpPr>
            <a:cxnSpLocks/>
          </p:cNvCxnSpPr>
          <p:nvPr/>
        </p:nvCxnSpPr>
        <p:spPr>
          <a:xfrm flipH="1" flipV="1">
            <a:off x="6742738" y="1186012"/>
            <a:ext cx="7376" cy="10403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화살표: 아래쪽 76">
            <a:extLst>
              <a:ext uri="{FF2B5EF4-FFF2-40B4-BE49-F238E27FC236}">
                <a16:creationId xmlns:a16="http://schemas.microsoft.com/office/drawing/2014/main" id="{A5323751-2481-7C84-4515-EDF4617F2AEF}"/>
              </a:ext>
            </a:extLst>
          </p:cNvPr>
          <p:cNvSpPr/>
          <p:nvPr/>
        </p:nvSpPr>
        <p:spPr>
          <a:xfrm rot="16200000">
            <a:off x="6794681" y="2974831"/>
            <a:ext cx="172308" cy="2614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화살표: 아래쪽 72">
            <a:extLst>
              <a:ext uri="{FF2B5EF4-FFF2-40B4-BE49-F238E27FC236}">
                <a16:creationId xmlns:a16="http://schemas.microsoft.com/office/drawing/2014/main" id="{3220EF85-94BE-6B3C-128D-5C243D090F1E}"/>
              </a:ext>
            </a:extLst>
          </p:cNvPr>
          <p:cNvSpPr/>
          <p:nvPr/>
        </p:nvSpPr>
        <p:spPr>
          <a:xfrm rot="10800000">
            <a:off x="4318527" y="3409970"/>
            <a:ext cx="113694" cy="1172228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화살표: 아래쪽 71">
            <a:extLst>
              <a:ext uri="{FF2B5EF4-FFF2-40B4-BE49-F238E27FC236}">
                <a16:creationId xmlns:a16="http://schemas.microsoft.com/office/drawing/2014/main" id="{58FFD4A2-A9E8-7FBE-C506-0B86E251F513}"/>
              </a:ext>
            </a:extLst>
          </p:cNvPr>
          <p:cNvSpPr/>
          <p:nvPr/>
        </p:nvSpPr>
        <p:spPr>
          <a:xfrm rot="19371430">
            <a:off x="3968934" y="1970396"/>
            <a:ext cx="113694" cy="921098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ED764147-A6FC-1674-787E-BCC43D29C2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6" t="337" r="1643" b="-337"/>
          <a:stretch>
            <a:fillRect/>
          </a:stretch>
        </p:blipFill>
        <p:spPr>
          <a:xfrm>
            <a:off x="846021" y="1297650"/>
            <a:ext cx="1529398" cy="15221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7E7BE355-8DB1-CE9D-4D1F-775E96EA34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6" t="337" r="1643" b="-337"/>
          <a:stretch>
            <a:fillRect/>
          </a:stretch>
        </p:blipFill>
        <p:spPr>
          <a:xfrm>
            <a:off x="762571" y="1221122"/>
            <a:ext cx="1529398" cy="15221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55203" y="1008119"/>
            <a:ext cx="1721514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 i="0" dirty="0"/>
              <a:t>Base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406" y="2823304"/>
            <a:ext cx="102465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600" b="0" i="0" dirty="0"/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6811" y="5606668"/>
            <a:ext cx="2304940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0" i="0" dirty="0"/>
              <a:t>Landmark</a:t>
            </a:r>
            <a:r>
              <a:rPr lang="en-US" sz="1400" b="0" i="0" dirty="0"/>
              <a:t> map</a:t>
            </a:r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OpenPose</a:t>
            </a:r>
            <a:r>
              <a:rPr lang="en-US" sz="1400" dirty="0"/>
              <a:t> for ControlNet) </a:t>
            </a:r>
            <a:endParaRPr sz="1400" b="0" i="0" dirty="0"/>
          </a:p>
        </p:txBody>
      </p:sp>
      <p:sp>
        <p:nvSpPr>
          <p:cNvPr id="8" name="Rounded Rectangle 7"/>
          <p:cNvSpPr/>
          <p:nvPr/>
        </p:nvSpPr>
        <p:spPr>
          <a:xfrm>
            <a:off x="2669281" y="1780821"/>
            <a:ext cx="1169668" cy="4973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dirty="0">
                <a:solidFill>
                  <a:srgbClr val="1F1B18"/>
                </a:solidFill>
              </a:rPr>
              <a:t>PuLID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5405" y="2320872"/>
            <a:ext cx="137160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en-US" sz="1400" b="1" dirty="0"/>
              <a:t>I</a:t>
            </a:r>
            <a:r>
              <a:rPr sz="1400" b="1" dirty="0"/>
              <a:t>dentity encoder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5144" y="4564171"/>
            <a:ext cx="1162985" cy="488459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dirty="0">
                <a:solidFill>
                  <a:srgbClr val="1F1B18"/>
                </a:solidFill>
              </a:rPr>
              <a:t>ControlNet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713" y="5078172"/>
            <a:ext cx="137160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en-US" sz="1400" b="1" dirty="0"/>
              <a:t>Face </a:t>
            </a:r>
            <a:r>
              <a:rPr sz="1400" b="1" dirty="0"/>
              <a:t>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1393" y="2875078"/>
            <a:ext cx="1132908" cy="492203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dirty="0">
                <a:solidFill>
                  <a:srgbClr val="1F1B18"/>
                </a:solidFill>
              </a:rPr>
              <a:t>FLUX.1-dev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3150" y="2276486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200" b="1" i="1" dirty="0">
                <a:solidFill>
                  <a:srgbClr val="C0392B"/>
                </a:solidFill>
              </a:rPr>
              <a:t>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7813" y="3928451"/>
            <a:ext cx="993545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600" b="1" i="0" dirty="0"/>
              <a:t>Clean fake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472" y="1781174"/>
            <a:ext cx="2029599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 i="0" dirty="0"/>
              <a:t>Adversarial attack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7030" y="2226336"/>
            <a:ext cx="2734463" cy="1795615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b="1" dirty="0">
                <a:solidFill>
                  <a:srgbClr val="C0392B"/>
                </a:solidFill>
              </a:rPr>
              <a:t>PGD adversarial attack</a:t>
            </a:r>
          </a:p>
          <a:p>
            <a:pPr algn="ctr">
              <a:spcBef>
                <a:spcPts val="600"/>
              </a:spcBef>
            </a:pPr>
            <a:r>
              <a:rPr b="1" dirty="0">
                <a:solidFill>
                  <a:srgbClr val="1F1B18"/>
                </a:solidFill>
              </a:rPr>
              <a:t>T = 25 iterations</a:t>
            </a:r>
          </a:p>
          <a:p>
            <a:pPr algn="ctr">
              <a:spcBef>
                <a:spcPts val="300"/>
              </a:spcBef>
            </a:pPr>
            <a:r>
              <a:rPr sz="1200" b="1" dirty="0">
                <a:solidFill>
                  <a:srgbClr val="404040"/>
                </a:solidFill>
              </a:rPr>
              <a:t>ε = 2/255</a:t>
            </a:r>
            <a:r>
              <a:rPr lang="en-US" sz="1200" b="1" dirty="0">
                <a:solidFill>
                  <a:srgbClr val="404040"/>
                </a:solidFill>
              </a:rPr>
              <a:t> </a:t>
            </a:r>
            <a:r>
              <a:rPr sz="1200" b="1" dirty="0">
                <a:solidFill>
                  <a:srgbClr val="404040"/>
                </a:solidFill>
              </a:rPr>
              <a:t>12 detectors  (joint loss)</a:t>
            </a:r>
          </a:p>
          <a:p>
            <a:pPr algn="ctr">
              <a:spcBef>
                <a:spcPts val="300"/>
              </a:spcBef>
            </a:pPr>
            <a:r>
              <a:rPr sz="1200" b="1" dirty="0" err="1">
                <a:solidFill>
                  <a:srgbClr val="404040"/>
                </a:solidFill>
              </a:rPr>
              <a:t>DiffJPEG</a:t>
            </a:r>
            <a:r>
              <a:rPr sz="1200" b="1" dirty="0">
                <a:solidFill>
                  <a:srgbClr val="404040"/>
                </a:solidFill>
              </a:rPr>
              <a:t> Q=80  |  DI + MI + </a:t>
            </a:r>
            <a:r>
              <a:rPr sz="1200" b="1" dirty="0" err="1">
                <a:solidFill>
                  <a:srgbClr val="404040"/>
                </a:solidFill>
              </a:rPr>
              <a:t>EoT</a:t>
            </a:r>
            <a:endParaRPr sz="1200" b="1" dirty="0">
              <a:solidFill>
                <a:srgbClr val="40404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39353" y="3930365"/>
            <a:ext cx="1734684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600" b="1" i="0" dirty="0">
                <a:solidFill>
                  <a:srgbClr val="C0392B"/>
                </a:solidFill>
              </a:rPr>
              <a:t>Adversarial</a:t>
            </a:r>
            <a:r>
              <a:rPr lang="en-US" sz="1600" b="1" i="0" dirty="0">
                <a:solidFill>
                  <a:srgbClr val="C0392B"/>
                </a:solidFill>
              </a:rPr>
              <a:t> output</a:t>
            </a:r>
            <a:endParaRPr sz="1600" b="1" i="0" dirty="0">
              <a:solidFill>
                <a:srgbClr val="C0392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26341" y="4495967"/>
            <a:ext cx="5553860" cy="3139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b="1" i="0" dirty="0"/>
              <a:t>Adversarial noise (ε ≤ 2/255, </a:t>
            </a:r>
            <a:r>
              <a:rPr lang="en-US" b="1" i="0" dirty="0"/>
              <a:t>nearly </a:t>
            </a:r>
            <a:r>
              <a:rPr b="1" i="0" dirty="0"/>
              <a:t>imperceptible to eye)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0531" y="6332148"/>
            <a:ext cx="197457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600" b="1" i="0" dirty="0">
                <a:solidFill>
                  <a:srgbClr val="404040"/>
                </a:solidFill>
              </a:rPr>
              <a:t>Adversarial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7362" y="5372028"/>
            <a:ext cx="365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800" b="1" i="0" dirty="0">
                <a:solidFill>
                  <a:srgbClr val="404040"/>
                </a:solidFill>
              </a:rPr>
              <a:t>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8204" y="6332148"/>
            <a:ext cx="155448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600" b="1" i="0" dirty="0"/>
              <a:t>Clean fake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8219" y="5372028"/>
            <a:ext cx="365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800" b="1" i="0" dirty="0">
                <a:solidFill>
                  <a:srgbClr val="404040"/>
                </a:solidFill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1099" y="6332148"/>
            <a:ext cx="1818088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en-US" sz="1400" b="1" i="0" dirty="0">
                <a:solidFill>
                  <a:srgbClr val="C0392B"/>
                </a:solidFill>
              </a:rPr>
              <a:t>Adversarial </a:t>
            </a:r>
            <a:r>
              <a:rPr sz="1400" b="1" i="0" dirty="0">
                <a:solidFill>
                  <a:srgbClr val="C0392B"/>
                </a:solidFill>
              </a:rPr>
              <a:t>Noise (×15)</a:t>
            </a:r>
          </a:p>
        </p:txBody>
      </p:sp>
      <p:pic>
        <p:nvPicPr>
          <p:cNvPr id="42" name="Picture 41" descr="ID_55_GT_fram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428" y="4933080"/>
            <a:ext cx="1376207" cy="1376207"/>
          </a:xfrm>
          <a:prstGeom prst="rect">
            <a:avLst/>
          </a:prstGeom>
        </p:spPr>
      </p:pic>
      <p:pic>
        <p:nvPicPr>
          <p:cNvPr id="44" name="Picture 43" descr="ID_55_GT_fram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016" y="4935383"/>
            <a:ext cx="1371600" cy="1371600"/>
          </a:xfrm>
          <a:prstGeom prst="rect">
            <a:avLst/>
          </a:prstGeom>
        </p:spPr>
      </p:pic>
      <p:pic>
        <p:nvPicPr>
          <p:cNvPr id="45" name="Picture 44" descr="real_noise_id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553" y="4937832"/>
            <a:ext cx="1371600" cy="1371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A28588-3A65-83CE-530D-CF3EA3B8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6" t="337" r="1643" b="-337"/>
          <a:stretch>
            <a:fillRect/>
          </a:stretch>
        </p:blipFill>
        <p:spPr>
          <a:xfrm>
            <a:off x="693621" y="1145250"/>
            <a:ext cx="1529398" cy="1522130"/>
          </a:xfrm>
          <a:prstGeom prst="rect">
            <a:avLst/>
          </a:prstGeom>
        </p:spPr>
      </p:pic>
      <p:pic>
        <p:nvPicPr>
          <p:cNvPr id="55" name="Picture 41" descr="ID_55_GT_frame2.png">
            <a:extLst>
              <a:ext uri="{FF2B5EF4-FFF2-40B4-BE49-F238E27FC236}">
                <a16:creationId xmlns:a16="http://schemas.microsoft.com/office/drawing/2014/main" id="{B4BE5235-A305-E070-BC7E-F8153F057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044" y="2401969"/>
            <a:ext cx="1512091" cy="1512091"/>
          </a:xfrm>
          <a:prstGeom prst="rect">
            <a:avLst/>
          </a:prstGeom>
        </p:spPr>
      </p:pic>
      <p:pic>
        <p:nvPicPr>
          <p:cNvPr id="43" name="Picture 42" descr="ID_55_GT_fram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562" y="2390786"/>
            <a:ext cx="1490749" cy="149074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7476373-750F-12B5-9AFF-ABF57CAB05B7}"/>
              </a:ext>
            </a:extLst>
          </p:cNvPr>
          <p:cNvSpPr txBox="1"/>
          <p:nvPr/>
        </p:nvSpPr>
        <p:spPr>
          <a:xfrm>
            <a:off x="2312299" y="2584194"/>
            <a:ext cx="632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x20</a:t>
            </a:r>
            <a:endParaRPr lang="ko-KR" altLang="en-US" sz="1100" b="1" dirty="0"/>
          </a:p>
        </p:txBody>
      </p:sp>
      <p:sp>
        <p:nvSpPr>
          <p:cNvPr id="69" name="화살표: 아래쪽 68">
            <a:extLst>
              <a:ext uri="{FF2B5EF4-FFF2-40B4-BE49-F238E27FC236}">
                <a16:creationId xmlns:a16="http://schemas.microsoft.com/office/drawing/2014/main" id="{A79BEF74-40F1-EE39-9115-179A7100A153}"/>
              </a:ext>
            </a:extLst>
          </p:cNvPr>
          <p:cNvSpPr/>
          <p:nvPr/>
        </p:nvSpPr>
        <p:spPr>
          <a:xfrm rot="16200000">
            <a:off x="2419986" y="1889070"/>
            <a:ext cx="172308" cy="2614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화살표: 아래쪽 69">
            <a:extLst>
              <a:ext uri="{FF2B5EF4-FFF2-40B4-BE49-F238E27FC236}">
                <a16:creationId xmlns:a16="http://schemas.microsoft.com/office/drawing/2014/main" id="{62337DC0-F558-32A8-1BBB-6442C8CDCF1F}"/>
              </a:ext>
            </a:extLst>
          </p:cNvPr>
          <p:cNvSpPr/>
          <p:nvPr/>
        </p:nvSpPr>
        <p:spPr>
          <a:xfrm rot="16200000">
            <a:off x="1695905" y="4668515"/>
            <a:ext cx="151297" cy="27977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아래쪽 74">
            <a:extLst>
              <a:ext uri="{FF2B5EF4-FFF2-40B4-BE49-F238E27FC236}">
                <a16:creationId xmlns:a16="http://schemas.microsoft.com/office/drawing/2014/main" id="{BC512504-8669-3FB9-1CFF-701A8F9F41C9}"/>
              </a:ext>
            </a:extLst>
          </p:cNvPr>
          <p:cNvSpPr/>
          <p:nvPr/>
        </p:nvSpPr>
        <p:spPr>
          <a:xfrm rot="16200000">
            <a:off x="4975814" y="2981294"/>
            <a:ext cx="172308" cy="2614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FB1DB-D251-F7BC-8E0B-1F38BC4C6C9A}"/>
              </a:ext>
            </a:extLst>
          </p:cNvPr>
          <p:cNvSpPr txBox="1"/>
          <p:nvPr/>
        </p:nvSpPr>
        <p:spPr>
          <a:xfrm>
            <a:off x="3544887" y="3846598"/>
            <a:ext cx="82296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en-US" sz="1200" b="1" i="1" dirty="0">
                <a:solidFill>
                  <a:srgbClr val="C0392B"/>
                </a:solidFill>
              </a:rPr>
              <a:t>landmark</a:t>
            </a:r>
            <a:endParaRPr sz="1200" b="1" i="1" dirty="0">
              <a:solidFill>
                <a:srgbClr val="C0392B"/>
              </a:solidFill>
            </a:endParaRPr>
          </a:p>
        </p:txBody>
      </p:sp>
      <p:sp>
        <p:nvSpPr>
          <p:cNvPr id="78" name="화살표: 아래쪽 77">
            <a:extLst>
              <a:ext uri="{FF2B5EF4-FFF2-40B4-BE49-F238E27FC236}">
                <a16:creationId xmlns:a16="http://schemas.microsoft.com/office/drawing/2014/main" id="{97D42317-3716-C0E6-3E4A-3873D32317E6}"/>
              </a:ext>
            </a:extLst>
          </p:cNvPr>
          <p:cNvSpPr/>
          <p:nvPr/>
        </p:nvSpPr>
        <p:spPr>
          <a:xfrm rot="16200000">
            <a:off x="9871020" y="2949870"/>
            <a:ext cx="185238" cy="324291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377192-14D9-BD9F-64C9-658DC376741B}"/>
              </a:ext>
            </a:extLst>
          </p:cNvPr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/>
              <a:t>Generation Pipeline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6D9FB4A8-3A4A-B330-8623-AC893193C9AB}"/>
              </a:ext>
            </a:extLst>
          </p:cNvPr>
          <p:cNvCxnSpPr>
            <a:cxnSpLocks/>
          </p:cNvCxnSpPr>
          <p:nvPr/>
        </p:nvCxnSpPr>
        <p:spPr>
          <a:xfrm flipH="1">
            <a:off x="6080760" y="1192675"/>
            <a:ext cx="6657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A497BF5-AD8F-8970-6194-4C2F6AC14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309" y="4176063"/>
            <a:ext cx="1350365" cy="135036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5709FB6-7B64-D826-9B2E-B2036FBAF3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4536" y="4170075"/>
            <a:ext cx="1350365" cy="13503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355E6F8-D49E-5AE9-ADC3-E488C26B23A7}"/>
              </a:ext>
            </a:extLst>
          </p:cNvPr>
          <p:cNvSpPr txBox="1"/>
          <p:nvPr/>
        </p:nvSpPr>
        <p:spPr>
          <a:xfrm>
            <a:off x="318309" y="5603621"/>
            <a:ext cx="1350364" cy="4678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0" i="0" dirty="0"/>
              <a:t>Landmark</a:t>
            </a:r>
            <a:r>
              <a:rPr lang="en-US" sz="1400" b="0" i="0" dirty="0"/>
              <a:t> </a:t>
            </a:r>
            <a:r>
              <a:rPr lang="en-US" sz="1400" dirty="0"/>
              <a:t>map</a:t>
            </a:r>
          </a:p>
          <a:p>
            <a:pPr algn="ctr"/>
            <a:r>
              <a:rPr lang="en-US" sz="1400" b="0" i="0" dirty="0"/>
              <a:t>(</a:t>
            </a:r>
            <a:r>
              <a:rPr lang="en-US" sz="1400" b="0" i="0" dirty="0" err="1"/>
              <a:t>MediaPipe</a:t>
            </a:r>
            <a:r>
              <a:rPr lang="en-US" sz="1400" b="0" i="0" dirty="0"/>
              <a:t>)</a:t>
            </a:r>
            <a:endParaRPr sz="1400" b="0" i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1ED88-922D-F53B-179C-F847B61BC299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5120F2-055F-B076-65AA-670A062DA030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/>
              <a:t>4 / 1</a:t>
            </a:r>
            <a:r>
              <a:rPr lang="en-US" sz="1000" b="0" dirty="0"/>
              <a:t>4</a:t>
            </a:r>
            <a:endParaRPr sz="10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dirty="0"/>
              <a:t>Motivating observation: detector responses shift under transformation</a:t>
            </a:r>
          </a:p>
        </p:txBody>
      </p:sp>
      <p:pic>
        <p:nvPicPr>
          <p:cNvPr id="3" name="Picture 2" descr="6229ffe049db851dd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996" y="1234440"/>
            <a:ext cx="219456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3996" y="3502152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dirty="0">
                <a:solidFill>
                  <a:srgbClr val="404040"/>
                </a:solidFill>
              </a:rPr>
              <a:t>Original (adversarial)</a:t>
            </a:r>
          </a:p>
        </p:txBody>
      </p:sp>
      <p:pic>
        <p:nvPicPr>
          <p:cNvPr id="5" name="Picture 4" descr="6229ffe049db851dd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251" y="1535502"/>
            <a:ext cx="1893498" cy="1893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16007" y="3489108"/>
            <a:ext cx="2329506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dirty="0">
                <a:solidFill>
                  <a:srgbClr val="404040"/>
                </a:solidFill>
              </a:rPr>
              <a:t>Center crop  (</a:t>
            </a:r>
            <a:r>
              <a:rPr lang="en-US" sz="1200" b="1" dirty="0">
                <a:solidFill>
                  <a:srgbClr val="404040"/>
                </a:solidFill>
              </a:rPr>
              <a:t>256x256 </a:t>
            </a:r>
            <a:r>
              <a:rPr lang="en-US" sz="1200" b="1" dirty="0">
                <a:solidFill>
                  <a:srgbClr val="404040"/>
                </a:solidFill>
                <a:sym typeface="Wingdings" panose="05000000000000000000" pitchFamily="2" charset="2"/>
              </a:rPr>
              <a:t> </a:t>
            </a:r>
            <a:r>
              <a:rPr sz="1200" b="1" dirty="0">
                <a:solidFill>
                  <a:srgbClr val="404040"/>
                </a:solidFill>
              </a:rPr>
              <a:t>192×192)</a:t>
            </a:r>
          </a:p>
        </p:txBody>
      </p:sp>
      <p:pic>
        <p:nvPicPr>
          <p:cNvPr id="7" name="Picture 6" descr="6229ffe049db851dd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396" y="123444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0396" y="3502152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dirty="0">
                <a:solidFill>
                  <a:srgbClr val="404040"/>
                </a:solidFill>
              </a:rPr>
              <a:t>Face crop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33601"/>
              </p:ext>
            </p:extLst>
          </p:nvPr>
        </p:nvGraphicFramePr>
        <p:xfrm>
          <a:off x="1709382" y="3894405"/>
          <a:ext cx="64008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tx1"/>
                          </a:solidFill>
                        </a:rPr>
                        <a:t>Detector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tx1"/>
                          </a:solidFill>
                        </a:rPr>
                        <a:t>Original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tx1"/>
                          </a:solidFill>
                        </a:rPr>
                        <a:t>Center crop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Face crop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C00000"/>
                          </a:solidFill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DistilDIRE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C00000"/>
                          </a:solidFill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300" dirty="0" err="1"/>
                        <a:t>aide_genimage</a:t>
                      </a:r>
                      <a:endParaRPr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0000"/>
                          </a:solidFill>
                        </a:rPr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C00000"/>
                          </a:solidFill>
                        </a:rPr>
                        <a:t>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Xception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SigLIP+DINOv2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…</a:t>
                      </a:r>
                      <a:endParaRPr sz="13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sz="13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…</a:t>
                      </a:r>
                      <a:endParaRPr sz="13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…</a:t>
                      </a:r>
                      <a:endParaRPr sz="13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03700"/>
                  </a:ext>
                </a:extLst>
              </a:tr>
            </a:tbl>
          </a:graphicData>
        </a:graphic>
      </p:graphicFrame>
      <p:sp>
        <p:nvSpPr>
          <p:cNvPr id="12" name="화살표: 위쪽 11">
            <a:extLst>
              <a:ext uri="{FF2B5EF4-FFF2-40B4-BE49-F238E27FC236}">
                <a16:creationId xmlns:a16="http://schemas.microsoft.com/office/drawing/2014/main" id="{FACA6B5C-7607-4735-B4B4-152151C5D6F5}"/>
              </a:ext>
            </a:extLst>
          </p:cNvPr>
          <p:cNvSpPr/>
          <p:nvPr/>
        </p:nvSpPr>
        <p:spPr>
          <a:xfrm>
            <a:off x="8609162" y="4300804"/>
            <a:ext cx="598098" cy="1604647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0493A-6931-DB8A-1373-86E1E67FE303}"/>
              </a:ext>
            </a:extLst>
          </p:cNvPr>
          <p:cNvSpPr txBox="1"/>
          <p:nvPr/>
        </p:nvSpPr>
        <p:spPr>
          <a:xfrm>
            <a:off x="9207260" y="5274994"/>
            <a:ext cx="2035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The detection rates are rising…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22ED2-7F46-4182-0D9C-144E6B9F6A27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5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29B857-3AB8-2572-C13E-7B80F69B2755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/>
              <a:t>Generation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61500"/>
            <a:ext cx="6570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/>
              <a:t>Internal validation </a:t>
            </a:r>
            <a:r>
              <a:rPr sz="1600" dirty="0"/>
              <a:t>(17 detectors</a:t>
            </a:r>
            <a:r>
              <a:rPr lang="en-US" sz="1600" dirty="0"/>
              <a:t> on our 1,002 submission images</a:t>
            </a:r>
            <a:r>
              <a:rPr sz="16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89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/>
              <a:t>White-box  (12 attack targets)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240361"/>
              </p:ext>
            </p:extLst>
          </p:nvPr>
        </p:nvGraphicFramePr>
        <p:xfrm>
          <a:off x="548640" y="1600200"/>
          <a:ext cx="59436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tx1"/>
                          </a:solidFill>
                        </a:rPr>
                        <a:t>Detector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sdxl_det, effort, haywood, npr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xception, dfdc_b7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99.9%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ateeq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99.8%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umm_maybe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97.9%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f3net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97.3%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siglip_dino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96.9%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freqnet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96.0%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r>
                        <a:rPr sz="1300" dirty="0" err="1"/>
                        <a:t>srm</a:t>
                      </a:r>
                      <a:endParaRPr sz="13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83.4%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147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/>
              <a:t>Held-out  (5 transfer-verification groups)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175633"/>
              </p:ext>
            </p:extLst>
          </p:nvPr>
        </p:nvGraphicFramePr>
        <p:xfrm>
          <a:off x="548640" y="4497529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Detector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AIDE  (3 ckpts)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UCF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RECCE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99.8%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DistilDIRE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95.1%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SIDA-7B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89.1%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95322" y="1009193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/>
              <a:t>Official</a:t>
            </a:r>
            <a:r>
              <a:rPr lang="en-US" sz="2000" b="1" dirty="0"/>
              <a:t> Score</a:t>
            </a:r>
            <a:endParaRPr sz="20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378935"/>
              </p:ext>
            </p:extLst>
          </p:nvPr>
        </p:nvGraphicFramePr>
        <p:xfrm>
          <a:off x="6766560" y="1583292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</a:rPr>
                        <a:t>Image Quality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chemeClr val="tx1"/>
                          </a:solidFill>
                        </a:rPr>
                        <a:t>0.6188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 dirty="0"/>
                        <a:t>Evasion, Organizer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/>
                        <a:t>0.9019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 dirty="0"/>
                        <a:t>Evasion, Participant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dirty="0"/>
                        <a:t>0.5762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0" y="343615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/>
              <a:t>Final = 0.6188 × (0.3·0.9019 + 0.7·0.5762)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4863" y="395715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/>
              <a:t>= 0.4170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8404" y="5366209"/>
            <a:ext cx="51210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/>
              <a:t>The 90% → 58% gap reflects a </a:t>
            </a:r>
            <a:endParaRPr lang="en-US" sz="1500" b="1" dirty="0"/>
          </a:p>
          <a:p>
            <a:pPr algn="ctr"/>
            <a:r>
              <a:rPr sz="1500" b="1" dirty="0"/>
              <a:t>transferability limit to unknown architectures — not tuning.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/>
              <a:t>GTG @ ImageCLEF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6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27591-CD88-85D3-E2B4-D6D4C83BA485}"/>
              </a:ext>
            </a:extLst>
          </p:cNvPr>
          <p:cNvSpPr txBox="1"/>
          <p:nvPr/>
        </p:nvSpPr>
        <p:spPr>
          <a:xfrm>
            <a:off x="9935329" y="3677476"/>
            <a:ext cx="17080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chemeClr val="bg1">
                    <a:lumMod val="65000"/>
                  </a:schemeClr>
                </a:solidFill>
              </a:rPr>
              <a:t>2nd</a:t>
            </a:r>
            <a:endParaRPr lang="ko-KR" altLang="en-US" sz="6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1D55011-3777-7048-ED54-C4628E9C8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02" y="2763697"/>
            <a:ext cx="7666806" cy="171666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57200" y="27432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/>
              <a:t>Detection</a:t>
            </a:r>
            <a:r>
              <a:rPr lang="en-US" sz="2800" b="1" dirty="0"/>
              <a:t> Pipeline</a:t>
            </a:r>
            <a:r>
              <a:rPr sz="2800" b="1" dirty="0"/>
              <a:t>: Specialist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/>
              <a:t>Two specialists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874519"/>
            <a:ext cx="5943599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dirty="0"/>
              <a:t>•  SigLIP+DINOv2   for AI-generated content   (global artifacts)</a:t>
            </a:r>
          </a:p>
          <a:p>
            <a:pPr algn="l">
              <a:spcAft>
                <a:spcPts val="600"/>
              </a:spcAft>
            </a:pPr>
            <a:r>
              <a:rPr dirty="0"/>
              <a:t>•  GenD-DINOv3   for face manipulation   (local artifacts)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299" y="445591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/>
              <a:t>Combined via max-probability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618" y="4958835"/>
            <a:ext cx="5943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>
              <a:buSzPct val="110000"/>
              <a:buFont typeface="Arial" panose="020B0604020202020204" pitchFamily="34" charset="0"/>
              <a:buChar char="•"/>
            </a:pPr>
            <a:r>
              <a:rPr b="0" dirty="0"/>
              <a:t>Fake</a:t>
            </a:r>
            <a:r>
              <a:rPr lang="en-US" b="0" dirty="0"/>
              <a:t> </a:t>
            </a:r>
            <a:r>
              <a:rPr b="0" dirty="0"/>
              <a:t>if max(p₁, p₂) &gt; 0.5, or min(p₁, p₂) &gt; </a:t>
            </a:r>
            <a:r>
              <a:rPr lang="en-US" dirty="0"/>
              <a:t>0.04(calibrated)</a:t>
            </a:r>
            <a:endParaRPr b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5301734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 algn="l">
              <a:buSzPct val="110000"/>
              <a:buFont typeface="Arial" panose="020B0604020202020204" pitchFamily="34" charset="0"/>
              <a:buChar char="•"/>
            </a:pPr>
            <a:r>
              <a:rPr b="0" dirty="0" err="1"/>
              <a:t>pHash</a:t>
            </a:r>
            <a:r>
              <a:rPr b="0" dirty="0"/>
              <a:t> short-circuit for our own submissions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2675" y="2579031"/>
            <a:ext cx="2511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/>
              <a:t>[Detection Pipeline]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/>
              <a:t>GTG @ ImageCLEF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7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/>
              <a:t>Detection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330306"/>
              </p:ext>
            </p:extLst>
          </p:nvPr>
        </p:nvGraphicFramePr>
        <p:xfrm>
          <a:off x="5242560" y="1730171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Baseline Deepfakes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0.9939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Organizers Real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0.4324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Curated Real GT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0.5729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Participant Deepfakes  (realism-weighted)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/>
                        <a:t>0.8171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42560" y="3833291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/>
              <a:t>Final = 0.1·0.9939 + 0.1·0.4324 + 0.4·0.5729 + 0.4·0.8171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422061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/>
              <a:t>= 0.6986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8F6035A-789D-1F2E-48EB-25DA290FABDE}"/>
              </a:ext>
            </a:extLst>
          </p:cNvPr>
          <p:cNvGrpSpPr/>
          <p:nvPr/>
        </p:nvGrpSpPr>
        <p:grpSpPr>
          <a:xfrm>
            <a:off x="634904" y="1510310"/>
            <a:ext cx="4754880" cy="2699498"/>
            <a:chOff x="7132320" y="1280160"/>
            <a:chExt cx="4754880" cy="2699498"/>
          </a:xfrm>
        </p:grpSpPr>
        <p:sp>
          <p:nvSpPr>
            <p:cNvPr id="6" name="TextBox 5"/>
            <p:cNvSpPr txBox="1"/>
            <p:nvPr/>
          </p:nvSpPr>
          <p:spPr>
            <a:xfrm>
              <a:off x="7132320" y="1280160"/>
              <a:ext cx="47548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dirty="0" err="1"/>
                <a:t>τ_min</a:t>
              </a:r>
              <a:r>
                <a:rPr sz="2000" b="1" dirty="0"/>
                <a:t> was </a:t>
              </a:r>
              <a:r>
                <a:rPr sz="2000" b="1" dirty="0" err="1"/>
                <a:t>miscalibrated</a:t>
              </a:r>
              <a:endParaRPr sz="2000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0" y="1702111"/>
              <a:ext cx="4572000" cy="2277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600" dirty="0"/>
                <a:t>•  Calibration set (7,000):
     2,000 Real  (FF++ + refs)
     4,000 Face </a:t>
              </a:r>
              <a:r>
                <a:rPr sz="1600" dirty="0" err="1"/>
                <a:t>manip</a:t>
              </a:r>
              <a:r>
                <a:rPr sz="1600" dirty="0"/>
                <a:t>  (FF++)
     1,000 AI-gen  (ours + </a:t>
              </a:r>
              <a:r>
                <a:rPr sz="1600" dirty="0" err="1"/>
                <a:t>BitMind</a:t>
              </a:r>
              <a:r>
                <a:rPr sz="1600" dirty="0"/>
                <a:t>)
     →  Real : Fake  =  1 : 2.5</a:t>
              </a:r>
            </a:p>
            <a:p>
              <a:pPr algn="l">
                <a:spcAft>
                  <a:spcPts val="600"/>
                </a:spcAft>
              </a:pPr>
              <a:r>
                <a:rPr sz="1600" dirty="0"/>
                <a:t>•  Optimized count-based net gain (TP − FP)</a:t>
              </a:r>
            </a:p>
            <a:p>
              <a:pPr algn="l">
                <a:spcAft>
                  <a:spcPts val="600"/>
                </a:spcAft>
              </a:pPr>
              <a:r>
                <a:rPr sz="1600" dirty="0"/>
                <a:t>•  Rates: TPR 16.5%  &lt;  FPR 19.6%  →  net loss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34904" y="453786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/>
              <a:t>Rate-based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041" y="495981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/>
              <a:t>would lift accuracy &gt; 90%</a:t>
            </a:r>
            <a:r>
              <a:rPr lang="en-US" sz="1600" dirty="0"/>
              <a:t>...</a:t>
            </a:r>
            <a:endParaRPr sz="1600" b="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5645198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/>
              <a:t>Correct threshold alone is expected to lift accuracy &gt; 90% — the classifier </a:t>
            </a:r>
            <a:r>
              <a:rPr lang="en-US" b="1" dirty="0"/>
              <a:t>wa</a:t>
            </a:r>
            <a:r>
              <a:rPr b="1" dirty="0"/>
              <a:t>s not the bottleneck.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/>
              <a:t>GTG @ ImageCLEF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8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A23205-095F-0578-75A1-B56FE13006A1}"/>
              </a:ext>
            </a:extLst>
          </p:cNvPr>
          <p:cNvSpPr txBox="1"/>
          <p:nvPr/>
        </p:nvSpPr>
        <p:spPr>
          <a:xfrm>
            <a:off x="9143424" y="3940940"/>
            <a:ext cx="17080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chemeClr val="bg1">
                    <a:lumMod val="65000"/>
                  </a:schemeClr>
                </a:solidFill>
              </a:rPr>
              <a:t>2nd</a:t>
            </a:r>
            <a:endParaRPr lang="ko-KR" altLang="en-US" sz="66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/>
              <a:t>Further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440" y="13487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Can these detectors flag adversarial inputs?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8887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dirty="0"/>
              <a:t>Three sequential approaches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/>
              <a:t>GTG @ ImageCLEF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9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CA4C1CA-49D9-1492-413A-0AC2915DB8CE}"/>
              </a:ext>
            </a:extLst>
          </p:cNvPr>
          <p:cNvGrpSpPr/>
          <p:nvPr/>
        </p:nvGrpSpPr>
        <p:grpSpPr>
          <a:xfrm>
            <a:off x="1188720" y="3028950"/>
            <a:ext cx="10607040" cy="2457306"/>
            <a:chOff x="1188720" y="3931920"/>
            <a:chExt cx="10607040" cy="2457306"/>
          </a:xfrm>
        </p:grpSpPr>
        <p:sp>
          <p:nvSpPr>
            <p:cNvPr id="6" name="TextBox 5"/>
            <p:cNvSpPr txBox="1"/>
            <p:nvPr/>
          </p:nvSpPr>
          <p:spPr>
            <a:xfrm>
              <a:off x="1188720" y="3931920"/>
              <a:ext cx="7315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700" b="1" dirty="0"/>
                <a:t>Sec </a:t>
              </a:r>
              <a:r>
                <a:rPr sz="1700" b="1" dirty="0"/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11680" y="3931920"/>
              <a:ext cx="54864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dirty="0"/>
                <a:t>Multi-detector response instability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9520" y="3931920"/>
              <a:ext cx="13716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/>
                <a:t>→   </a:t>
              </a:r>
              <a:r>
                <a:rPr sz="1700" b="1" dirty="0">
                  <a:solidFill>
                    <a:srgbClr val="C00000"/>
                  </a:solidFill>
                </a:rPr>
                <a:t>failed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052560" y="393192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/>
                <a:t>(JPEG confound)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8720" y="4572000"/>
              <a:ext cx="7315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700" b="1" dirty="0"/>
                <a:t>Sec </a:t>
              </a:r>
              <a:r>
                <a:rPr sz="1700" b="1" dirty="0"/>
                <a:t>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11680" y="4572000"/>
              <a:ext cx="54864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/>
                <a:t>Mahalanobis feature-space outlier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89520" y="4572000"/>
              <a:ext cx="13716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/>
                <a:t>→   </a:t>
              </a:r>
              <a:r>
                <a:rPr sz="1700" b="1" dirty="0">
                  <a:solidFill>
                    <a:srgbClr val="C00000"/>
                  </a:solidFill>
                </a:rPr>
                <a:t>failed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052560" y="457200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/>
                <a:t>(deployment scale mismatch)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88720" y="5212080"/>
              <a:ext cx="73152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700" b="1" dirty="0"/>
                <a:t>Sec </a:t>
              </a:r>
              <a:r>
                <a:rPr sz="1700" b="1" dirty="0"/>
                <a:t>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11680" y="5212080"/>
              <a:ext cx="54864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/>
                <a:t>Input-space purification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89520" y="5212080"/>
              <a:ext cx="13716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1" dirty="0"/>
                <a:t>→   </a:t>
              </a:r>
              <a:r>
                <a:rPr sz="1700" b="1" dirty="0">
                  <a:solidFill>
                    <a:schemeClr val="tx2"/>
                  </a:solidFill>
                </a:rPr>
                <a:t>works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8720" y="6114906"/>
              <a:ext cx="18288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dirty="0"/>
                <a:t>Setup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188720" y="5460233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/>
              <a:t>Data:  our submissions   |   </a:t>
            </a:r>
            <a:r>
              <a:rPr sz="1200" b="0" dirty="0" err="1"/>
              <a:t>BitMind</a:t>
            </a:r>
            <a:r>
              <a:rPr sz="1200" b="0" dirty="0"/>
              <a:t> (SDXL / FLUX)   |   </a:t>
            </a:r>
            <a:r>
              <a:rPr sz="1200" b="0" dirty="0" err="1"/>
              <a:t>FaceForensics</a:t>
            </a:r>
            <a:r>
              <a:rPr sz="1200" b="0" dirty="0"/>
              <a:t>++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790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/>
              <a:t>Deployment:  24,404 </a:t>
            </a:r>
            <a:r>
              <a:rPr sz="1200" b="0" dirty="0" err="1"/>
              <a:t>ImageCLEF</a:t>
            </a:r>
            <a:r>
              <a:rPr sz="1200" b="0" dirty="0"/>
              <a:t> images       Attacks:  PGD + FGSM + BIM   (ε ∈ {2, 4, 8}/255)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2200" b="1" dirty="0"/>
              <a:t>Sec 1 </a:t>
            </a:r>
            <a:r>
              <a:rPr sz="2200" b="1" dirty="0"/>
              <a:t>·  Multi-Detector Response Instability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2C4A6E"/>
                </a:solidFill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401649"/>
            <a:ext cx="1463040" cy="3657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 dirty="0">
                <a:solidFill>
                  <a:srgbClr val="1F1B18"/>
                </a:solidFill>
              </a:rPr>
              <a:t>Input image</a:t>
            </a:r>
          </a:p>
        </p:txBody>
      </p:sp>
      <p:cxnSp>
        <p:nvCxnSpPr>
          <p:cNvPr id="5" name="Connector 4"/>
          <p:cNvCxnSpPr>
            <a:cxnSpLocks/>
            <a:endCxn id="7" idx="0"/>
          </p:cNvCxnSpPr>
          <p:nvPr/>
        </p:nvCxnSpPr>
        <p:spPr>
          <a:xfrm>
            <a:off x="3108960" y="1767409"/>
            <a:ext cx="0" cy="518591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286000"/>
            <a:ext cx="1463040" cy="3657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dirty="0">
                <a:solidFill>
                  <a:srgbClr val="1F1B18"/>
                </a:solidFill>
              </a:rPr>
              <a:t>Center crop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286000"/>
            <a:ext cx="1463040" cy="3657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dirty="0">
                <a:solidFill>
                  <a:srgbClr val="1F1B18"/>
                </a:solidFill>
              </a:rPr>
              <a:t>Random crop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86000"/>
            <a:ext cx="1463040" cy="3657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dirty="0">
                <a:solidFill>
                  <a:srgbClr val="1F1B18"/>
                </a:solidFill>
              </a:rPr>
              <a:t>Face crop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 flipH="1">
            <a:off x="1337310" y="2025914"/>
            <a:ext cx="1780420" cy="222596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3108960" y="2031809"/>
            <a:ext cx="1737360" cy="213575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3017520"/>
            <a:ext cx="4937760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200" b="0" dirty="0">
                <a:solidFill>
                  <a:srgbClr val="1F1B18"/>
                </a:solidFill>
              </a:rPr>
              <a:t>8 detectors  (SigLIP+DINOv2, AIDE ×3, </a:t>
            </a:r>
            <a:r>
              <a:rPr sz="1200" b="0" dirty="0" err="1">
                <a:solidFill>
                  <a:srgbClr val="1F1B18"/>
                </a:solidFill>
              </a:rPr>
              <a:t>DistilDIRE</a:t>
            </a:r>
            <a:r>
              <a:rPr sz="1200" b="0" dirty="0">
                <a:solidFill>
                  <a:srgbClr val="1F1B18"/>
                </a:solidFill>
              </a:rPr>
              <a:t>, NPR, </a:t>
            </a:r>
            <a:r>
              <a:rPr sz="1200" b="0" dirty="0" err="1">
                <a:solidFill>
                  <a:srgbClr val="1F1B18"/>
                </a:solidFill>
              </a:rPr>
              <a:t>Xception</a:t>
            </a:r>
            <a:r>
              <a:rPr sz="1200" b="0" dirty="0">
                <a:solidFill>
                  <a:srgbClr val="1F1B18"/>
                </a:solidFill>
              </a:rPr>
              <a:t>, Haywood)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71600" y="2651760"/>
            <a:ext cx="0" cy="365760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8960" y="2651760"/>
            <a:ext cx="0" cy="365760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46320" y="2651760"/>
            <a:ext cx="0" cy="365760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714500" y="3808994"/>
            <a:ext cx="2743200" cy="36576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 dirty="0">
                <a:solidFill>
                  <a:srgbClr val="1F1B18"/>
                </a:solidFill>
              </a:rPr>
              <a:t>24-dim  </a:t>
            </a:r>
            <a:r>
              <a:rPr sz="1400" b="1" dirty="0" err="1">
                <a:solidFill>
                  <a:srgbClr val="1F1B18"/>
                </a:solidFill>
              </a:rPr>
              <a:t>Δp</a:t>
            </a:r>
            <a:r>
              <a:rPr sz="1400" b="1" dirty="0">
                <a:solidFill>
                  <a:srgbClr val="1F1B18"/>
                </a:solidFill>
              </a:rPr>
              <a:t>  vector   (8 × 3)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474720"/>
            <a:ext cx="0" cy="320040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94560" y="4480560"/>
            <a:ext cx="1828800" cy="3657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1" dirty="0">
                <a:solidFill>
                  <a:srgbClr val="1F1B18"/>
                </a:solidFill>
              </a:rPr>
              <a:t>LR  /  RF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17730" y="4174754"/>
            <a:ext cx="0" cy="274320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20450" y="5161184"/>
            <a:ext cx="2194560" cy="3657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2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400" b="0" dirty="0">
                <a:solidFill>
                  <a:srgbClr val="1F1B18"/>
                </a:solidFill>
              </a:rPr>
              <a:t>Adversarial  or  Clean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17730" y="4846320"/>
            <a:ext cx="0" cy="274320"/>
          </a:xfrm>
          <a:prstGeom prst="line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6800" y="5816965"/>
            <a:ext cx="548640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 dirty="0"/>
              <a:t>Pilot</a:t>
            </a:r>
            <a:r>
              <a:rPr lang="en-US" sz="2000" b="1" dirty="0"/>
              <a:t> RF</a:t>
            </a:r>
            <a:r>
              <a:rPr sz="2000" b="1" dirty="0"/>
              <a:t> AUROC:  0.98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1097280"/>
            <a:ext cx="0" cy="489204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109728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Why it failed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89209"/>
            <a:ext cx="54864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Data: CLEF competition test set + multi-source deepfakes with JPEG-only processing</a:t>
            </a:r>
            <a:endParaRPr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760720" cy="38404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D30B878-C21E-0657-C305-8760A4FA7D76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205645-9BBC-8451-4CD4-E00C4CA4CC2C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10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2200" b="1" dirty="0"/>
              <a:t>Sec</a:t>
            </a:r>
            <a:r>
              <a:rPr sz="2200" b="1" dirty="0"/>
              <a:t> 2  ·  </a:t>
            </a:r>
            <a:r>
              <a:rPr sz="2200" b="1" dirty="0" err="1"/>
              <a:t>Mahalanobis</a:t>
            </a:r>
            <a:r>
              <a:rPr sz="2200" b="1" dirty="0"/>
              <a:t> Feature-Space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55666"/>
            <a:ext cx="548640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 dirty="0">
                <a:solidFill>
                  <a:schemeClr val="tx2"/>
                </a:solidFill>
              </a:rPr>
              <a:t>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5202" y="955666"/>
            <a:ext cx="548640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 dirty="0">
                <a:solidFill>
                  <a:srgbClr val="C00000"/>
                </a:solidFill>
              </a:rPr>
              <a:t>Deployment</a:t>
            </a:r>
          </a:p>
        </p:txBody>
      </p:sp>
      <p:pic>
        <p:nvPicPr>
          <p:cNvPr id="5" name="Picture 4" descr="fig_maha_tsne_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31" y="1540394"/>
            <a:ext cx="5091835" cy="39037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85" y="1540394"/>
            <a:ext cx="5091835" cy="3903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127771-3DFE-06DB-6B92-3DEBD42B723E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B99AE-15C9-930F-2AEE-2AB0B8147B88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11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1D398AF9-6764-F58B-5796-D61F702875B1}"/>
              </a:ext>
            </a:extLst>
          </p:cNvPr>
          <p:cNvSpPr/>
          <p:nvPr/>
        </p:nvSpPr>
        <p:spPr>
          <a:xfrm rot="16200000">
            <a:off x="5867138" y="3055182"/>
            <a:ext cx="375486" cy="89080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8EB96-EDC0-4461-044D-2CF9FF4F67B0}"/>
              </a:ext>
            </a:extLst>
          </p:cNvPr>
          <p:cNvSpPr txBox="1"/>
          <p:nvPr/>
        </p:nvSpPr>
        <p:spPr>
          <a:xfrm>
            <a:off x="5650600" y="3694479"/>
            <a:ext cx="8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x6.75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F541CC-0DCF-2B83-D9D6-AEFD61B008CC}"/>
              </a:ext>
            </a:extLst>
          </p:cNvPr>
          <p:cNvSpPr txBox="1"/>
          <p:nvPr/>
        </p:nvSpPr>
        <p:spPr>
          <a:xfrm>
            <a:off x="457200" y="576072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Mean </a:t>
            </a:r>
            <a:r>
              <a:rPr lang="en-US" sz="2000" b="1" dirty="0" err="1"/>
              <a:t>Mahalanobis</a:t>
            </a:r>
            <a:r>
              <a:rPr lang="en-US" sz="2000" b="1" dirty="0"/>
              <a:t> distance grew 6.75 times larger</a:t>
            </a:r>
            <a:endParaRPr sz="20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2200" b="1" dirty="0"/>
              <a:t>Sec</a:t>
            </a:r>
            <a:r>
              <a:rPr sz="2200" b="1" dirty="0"/>
              <a:t> 3  ·  Input-space purification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8153" y="875824"/>
            <a:ext cx="1124712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 dirty="0"/>
              <a:t>Adversarial noise is fragile under smoothing filters.  Detector's output shift after purification is our signal.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FFB6BB8-996E-6B85-1E7F-9544A64EEDE4}"/>
              </a:ext>
            </a:extLst>
          </p:cNvPr>
          <p:cNvGrpSpPr/>
          <p:nvPr/>
        </p:nvGrpSpPr>
        <p:grpSpPr>
          <a:xfrm>
            <a:off x="568134" y="2337434"/>
            <a:ext cx="2011680" cy="2011680"/>
            <a:chOff x="1591055" y="1508760"/>
            <a:chExt cx="2011680" cy="2011680"/>
          </a:xfrm>
        </p:grpSpPr>
        <p:pic>
          <p:nvPicPr>
            <p:cNvPr id="4" name="Picture 3" descr="adv_full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055" y="1508760"/>
              <a:ext cx="2011680" cy="201168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2376868" y="2294572"/>
              <a:ext cx="314325" cy="314325"/>
            </a:xfrm>
            <a:prstGeom prst="rect">
              <a:avLst/>
            </a:prstGeom>
            <a:noFill/>
            <a:ln w="31750"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" name="Picture 5" descr="zoom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5" y="1257300"/>
            <a:ext cx="2011680" cy="2011680"/>
          </a:xfrm>
          <a:prstGeom prst="rect">
            <a:avLst/>
          </a:prstGeom>
        </p:spPr>
      </p:pic>
      <p:pic>
        <p:nvPicPr>
          <p:cNvPr id="7" name="Picture 6" descr="zoom_med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873" y="1257300"/>
            <a:ext cx="2011680" cy="2011680"/>
          </a:xfrm>
          <a:prstGeom prst="rect">
            <a:avLst/>
          </a:prstGeom>
        </p:spPr>
      </p:pic>
      <p:pic>
        <p:nvPicPr>
          <p:cNvPr id="8" name="Picture 7" descr="zoom_di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811" y="1263391"/>
            <a:ext cx="20116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7680" y="4380546"/>
            <a:ext cx="201168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 dirty="0"/>
              <a:t>Adversarial image</a:t>
            </a:r>
          </a:p>
          <a:p>
            <a:pPr algn="ctr"/>
            <a:r>
              <a:rPr sz="1600" b="0" dirty="0"/>
              <a:t>(our submission)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9854" y="3307368"/>
            <a:ext cx="201168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 dirty="0"/>
              <a:t>Zoomed  (original)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5873" y="3314700"/>
            <a:ext cx="201168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 dirty="0">
                <a:solidFill>
                  <a:srgbClr val="404040"/>
                </a:solidFill>
              </a:rPr>
              <a:t>After  median 3×3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4811" y="3309752"/>
            <a:ext cx="201168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 dirty="0"/>
              <a:t>Difference  (×10)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527474"/>
              </p:ext>
            </p:extLst>
          </p:nvPr>
        </p:nvGraphicFramePr>
        <p:xfrm>
          <a:off x="3348546" y="4523827"/>
          <a:ext cx="3657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tx1"/>
                          </a:solidFill>
                        </a:rPr>
                        <a:t>Δ_L19  (median 5×5)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tx1"/>
                          </a:solidFill>
                        </a:rPr>
                        <a:t>−2.01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tx1"/>
                          </a:solidFill>
                        </a:rPr>
                        <a:t>Δ_L19  (bit-depth 4-bit)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chemeClr val="tx1"/>
                          </a:solidFill>
                        </a:rPr>
                        <a:t>−1.96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tx1"/>
                          </a:solidFill>
                        </a:rPr>
                        <a:t>Δ_L19  (Gaussian σ=1)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tx1"/>
                          </a:solidFill>
                        </a:rPr>
                        <a:t>+1.41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chemeClr val="tx1"/>
                          </a:solidFill>
                        </a:rPr>
                        <a:t>Δ-logit  (raw)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chemeClr val="tx1"/>
                          </a:solidFill>
                        </a:rPr>
                        <a:t>+1.21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46A2E27-2BF6-EBD5-52E5-FF8A5164831E}"/>
              </a:ext>
            </a:extLst>
          </p:cNvPr>
          <p:cNvCxnSpPr>
            <a:endCxn id="6" idx="1"/>
          </p:cNvCxnSpPr>
          <p:nvPr/>
        </p:nvCxnSpPr>
        <p:spPr>
          <a:xfrm flipV="1">
            <a:off x="1668272" y="2263140"/>
            <a:ext cx="1248663" cy="8601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D3C9B76E-B810-88BF-AC41-4A31B3EEB560}"/>
              </a:ext>
            </a:extLst>
          </p:cNvPr>
          <p:cNvSpPr/>
          <p:nvPr/>
        </p:nvSpPr>
        <p:spPr>
          <a:xfrm rot="16200000">
            <a:off x="5048861" y="2132419"/>
            <a:ext cx="172308" cy="26144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37BFCF-E1D0-7FDC-BE89-52FE79EB7E45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742EF9-BAE1-6692-6EE1-F923826405E3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12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545E74-D38D-9F9F-3A09-51D751002CA5}"/>
              </a:ext>
            </a:extLst>
          </p:cNvPr>
          <p:cNvSpPr txBox="1"/>
          <p:nvPr/>
        </p:nvSpPr>
        <p:spPr>
          <a:xfrm>
            <a:off x="3304413" y="407549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Multi-filter LR weights</a:t>
            </a:r>
            <a:endParaRPr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244461-1B7B-9289-A36A-8903B0F9E9D9}"/>
              </a:ext>
            </a:extLst>
          </p:cNvPr>
          <p:cNvSpPr txBox="1"/>
          <p:nvPr/>
        </p:nvSpPr>
        <p:spPr>
          <a:xfrm>
            <a:off x="7252653" y="4413305"/>
            <a:ext cx="455978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/>
              <a:t>Different filters destroy noise in different ways:</a:t>
            </a:r>
          </a:p>
          <a:p>
            <a:pPr>
              <a:spcAft>
                <a:spcPts val="600"/>
              </a:spcAft>
            </a:pPr>
            <a:r>
              <a:rPr sz="1600" dirty="0"/>
              <a:t>•  </a:t>
            </a:r>
            <a:r>
              <a:rPr lang="en-US" sz="1600" dirty="0"/>
              <a:t>Median – spatial outliers</a:t>
            </a:r>
            <a:endParaRPr sz="1600" dirty="0"/>
          </a:p>
          <a:p>
            <a:pPr algn="l">
              <a:spcAft>
                <a:spcPts val="600"/>
              </a:spcAft>
            </a:pPr>
            <a:r>
              <a:rPr sz="1600" dirty="0"/>
              <a:t>•  </a:t>
            </a:r>
            <a:r>
              <a:rPr lang="en-US" sz="1600" dirty="0"/>
              <a:t>Bit-depth – amplitude quantization</a:t>
            </a:r>
            <a:endParaRPr sz="1600" dirty="0"/>
          </a:p>
          <a:p>
            <a:pPr algn="l">
              <a:spcAft>
                <a:spcPts val="600"/>
              </a:spcAft>
            </a:pPr>
            <a:r>
              <a:rPr sz="1600" dirty="0"/>
              <a:t>•  </a:t>
            </a:r>
            <a:r>
              <a:rPr lang="en-US" sz="1600" dirty="0"/>
              <a:t>Gaussian – frequency smoothing</a:t>
            </a:r>
          </a:p>
          <a:p>
            <a:pPr algn="l">
              <a:spcAft>
                <a:spcPts val="600"/>
              </a:spcAft>
            </a:pPr>
            <a:r>
              <a:rPr lang="en-US" sz="1600" dirty="0"/>
              <a:t>Combined via LR -&gt; JPEG-Q80 VS adv </a:t>
            </a:r>
            <a:r>
              <a:rPr lang="en-US" sz="1600" b="1" dirty="0"/>
              <a:t>AUROC 0.998</a:t>
            </a:r>
            <a:endParaRPr sz="16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2200" b="1" dirty="0"/>
              <a:t>Sec</a:t>
            </a:r>
            <a:r>
              <a:rPr sz="2200" b="1" dirty="0"/>
              <a:t> 3  ·  Weight-free purification  —  EFFORT + median-3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4212"/>
            <a:ext cx="11247120" cy="3139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b="0" dirty="0">
                <a:solidFill>
                  <a:srgbClr val="404040"/>
                </a:solidFill>
              </a:rPr>
              <a:t>6 detectors share the same CLIP </a:t>
            </a:r>
            <a:r>
              <a:rPr b="0" dirty="0" err="1">
                <a:solidFill>
                  <a:srgbClr val="404040"/>
                </a:solidFill>
              </a:rPr>
              <a:t>ViT</a:t>
            </a:r>
            <a:r>
              <a:rPr b="0" dirty="0">
                <a:solidFill>
                  <a:srgbClr val="404040"/>
                </a:solidFill>
              </a:rPr>
              <a:t>-L/14 backbone, differ only in fine-tuning method.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493" y="1681472"/>
            <a:ext cx="685800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dirty="0"/>
              <a:t>AUROC  |  4 adversarial sources</a:t>
            </a:r>
            <a:r>
              <a:rPr lang="en-US" sz="1600" b="1" dirty="0"/>
              <a:t> (each 1K)</a:t>
            </a:r>
            <a:r>
              <a:rPr sz="1600" b="1" dirty="0"/>
              <a:t>  ×  2 input degradations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50827"/>
              </p:ext>
            </p:extLst>
          </p:nvPr>
        </p:nvGraphicFramePr>
        <p:xfrm>
          <a:off x="256493" y="2031042"/>
          <a:ext cx="6155810" cy="302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6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7573">
                <a:tc rowSpan="2"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Detector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Raw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JPEG Q80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5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573"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04040"/>
                          </a:solidFill>
                        </a:rPr>
                        <a:t>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04040"/>
                          </a:solidFill>
                        </a:rPr>
                        <a:t>0.62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5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LoRA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5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FullFT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04040"/>
                          </a:solidFill>
                        </a:rPr>
                        <a:t>0.64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5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GenD-CLIP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5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ForAda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04040"/>
                          </a:solidFill>
                        </a:rPr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404040"/>
                          </a:solidFill>
                        </a:rPr>
                        <a:t>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573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1B18"/>
                          </a:solidFill>
                        </a:rPr>
                        <a:t>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B18"/>
                          </a:solidFill>
                        </a:rPr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B18"/>
                          </a:solidFill>
                        </a:rPr>
                        <a:t>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B18"/>
                          </a:solidFill>
                        </a:rPr>
                        <a:t>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B18"/>
                          </a:solidFill>
                        </a:rPr>
                        <a:t>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1B18"/>
                          </a:solidFill>
                        </a:rPr>
                        <a:t>0.79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B18"/>
                          </a:solidFill>
                        </a:rPr>
                        <a:t>0.58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B18"/>
                          </a:solidFill>
                        </a:rPr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1B18"/>
                          </a:solidFill>
                        </a:rPr>
                        <a:t>0.72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6492" y="5130707"/>
            <a:ext cx="6858000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 = production  |  </a:t>
            </a:r>
            <a:r>
              <a:rPr sz="12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AIg</a:t>
            </a:r>
            <a:r>
              <a:rPr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cross AI-gen  |  </a:t>
            </a:r>
            <a:r>
              <a:rPr sz="12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FSw</a:t>
            </a:r>
            <a:r>
              <a:rPr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cross face-swap  |  Reen = cross reenactment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3241" y="1732616"/>
            <a:ext cx="438912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dirty="0"/>
              <a:t>JPEG quality sweep  (EFFORT × median-3)</a:t>
            </a:r>
          </a:p>
        </p:txBody>
      </p:sp>
      <p:pic>
        <p:nvPicPr>
          <p:cNvPr id="8" name="Picture 7" descr="fig_jpeg_quality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828" y="1978366"/>
            <a:ext cx="5145371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3788"/>
            <a:ext cx="11247120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EFFORT + median-3:  broadest cross-source generalization 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E5D711-3903-9D6E-4972-76595FF9D52D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9A4786-EFA3-0E13-D991-61EF498341F5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13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53063" y="1899517"/>
            <a:ext cx="182880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1853" y="20117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F1B18"/>
                </a:solidFill>
              </a:rPr>
              <a:t>score  0.4170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7933" y="2011760"/>
            <a:ext cx="4697946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adversarial pipeline;  90% / 58% evasion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3063" y="2835726"/>
            <a:ext cx="1828800" cy="4678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1853" y="292616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F1B18"/>
                </a:solidFill>
              </a:rPr>
              <a:t>score  0.6986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7932" y="2926160"/>
            <a:ext cx="4801463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specialist ensemble;  calibration-limited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3063" y="3899899"/>
            <a:ext cx="1828800" cy="8987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Input-space purification</a:t>
            </a:r>
            <a:endParaRPr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31853" y="4122232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700" b="1">
                <a:solidFill>
                  <a:srgbClr val="1F1B18"/>
                </a:solidFill>
              </a:rPr>
              <a:t>AUROC  0.81 – 0.98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7933" y="4122232"/>
            <a:ext cx="5066006" cy="34471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EFFORT + median-3;  broadest cross-source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1247120" cy="8371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you.  Questions?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jhyeun1020@gmail.com</a:t>
            </a:r>
            <a:endParaRPr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F98BB5-7B7B-3677-9772-73A1DFD29C02}"/>
              </a:ext>
            </a:extLst>
          </p:cNvPr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/>
              <a:t>GTG @ </a:t>
            </a:r>
            <a:r>
              <a:rPr sz="1000" b="0" dirty="0" err="1"/>
              <a:t>ImageCLEF</a:t>
            </a:r>
            <a:r>
              <a:rPr sz="1000" b="0" dirty="0"/>
              <a:t> 2026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2B3283-B1ED-9049-A566-145031D4E145}"/>
              </a:ext>
            </a:extLst>
          </p:cNvPr>
          <p:cNvSpPr txBox="1"/>
          <p:nvPr/>
        </p:nvSpPr>
        <p:spPr>
          <a:xfrm>
            <a:off x="10515600" y="644652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14</a:t>
            </a:r>
            <a:r>
              <a:rPr sz="1000" b="0" dirty="0"/>
              <a:t> / 1</a:t>
            </a:r>
            <a:r>
              <a:rPr lang="en-US" sz="1000" b="0" dirty="0"/>
              <a:t>4</a:t>
            </a:r>
            <a:endParaRPr sz="1000" b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3B1F28-4FD7-9574-F264-F3B5D61D487B}"/>
              </a:ext>
            </a:extLst>
          </p:cNvPr>
          <p:cNvSpPr txBox="1"/>
          <p:nvPr/>
        </p:nvSpPr>
        <p:spPr>
          <a:xfrm>
            <a:off x="457200" y="27432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/>
              <a:t>Take-aways</a:t>
            </a:r>
            <a:endParaRPr sz="2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6195</TotalTime>
  <Words>1178</Words>
  <Application>Microsoft Office PowerPoint</Application>
  <PresentationFormat>와이드스크린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정현 김</cp:lastModifiedBy>
  <cp:revision>1</cp:revision>
  <dcterms:created xsi:type="dcterms:W3CDTF">2013-01-27T09:14:16Z</dcterms:created>
  <dcterms:modified xsi:type="dcterms:W3CDTF">2026-09-23T15:39:11Z</dcterms:modified>
  <cp:category/>
</cp:coreProperties>
</file>